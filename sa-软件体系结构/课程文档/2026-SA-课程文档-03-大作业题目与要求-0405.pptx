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59" r:id="rId3"/>
    <p:sldId id="262" r:id="rId4"/>
    <p:sldId id="263" r:id="rId5"/>
    <p:sldId id="264" r:id="rId6"/>
    <p:sldId id="265" r:id="rId7"/>
    <p:sldId id="266" r:id="rId8"/>
    <p:sldId id="267" r:id="rId9"/>
    <p:sldId id="257" r:id="rId10"/>
    <p:sldId id="258" r:id="rId11"/>
    <p:sldId id="26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9" d="100"/>
          <a:sy n="159" d="100"/>
        </p:scale>
        <p:origin x="22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2"/>
      </p:bgRef>
    </p:bg>
    <p:spTree>
      <p:nvGrpSpPr>
        <p:cNvPr id="1" name=""/>
        <p:cNvGrpSpPr/>
        <p:nvPr/>
      </p:nvGrpSpPr>
      <p:grpSpPr>
        <a:xfrm>
          <a:off x="0" y="0"/>
          <a:ext cx="0" cy="0"/>
          <a:chOff x="0" y="0"/>
          <a:chExt cx="0" cy="0"/>
        </a:xfrm>
      </p:grpSpPr>
      <p:sp>
        <p:nvSpPr>
          <p:cNvPr id="4" name="矩形 3"/>
          <p:cNvSpPr/>
          <p:nvPr/>
        </p:nvSpPr>
        <p:spPr bwMode="ltGray">
          <a:xfrm>
            <a:off x="0" y="1"/>
            <a:ext cx="12192000" cy="513556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5" name="矩形 4"/>
          <p:cNvSpPr/>
          <p:nvPr/>
        </p:nvSpPr>
        <p:spPr bwMode="invGray">
          <a:xfrm>
            <a:off x="0" y="5127625"/>
            <a:ext cx="12192000" cy="460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标题 1"/>
          <p:cNvSpPr>
            <a:spLocks noGrp="1"/>
          </p:cNvSpPr>
          <p:nvPr>
            <p:ph type="ctrTitle"/>
          </p:nvPr>
        </p:nvSpPr>
        <p:spPr>
          <a:xfrm>
            <a:off x="914400" y="3355848"/>
            <a:ext cx="10769600" cy="1673352"/>
          </a:xfrm>
        </p:spPr>
        <p:txBody>
          <a:bodyPr tIns="0" bIns="0" anchor="t"/>
          <a:lstStyle>
            <a:lvl1pPr algn="l">
              <a:defRPr sz="4700" b="1"/>
            </a:lvl1pPr>
            <a:extLst/>
          </a:lstStyle>
          <a:p>
            <a:r>
              <a:rPr lang="zh-CN" altLang="en-US"/>
              <a:t>单击此处编辑母版标题样式</a:t>
            </a:r>
            <a:endParaRPr lang="en-US"/>
          </a:p>
        </p:txBody>
      </p:sp>
      <p:sp>
        <p:nvSpPr>
          <p:cNvPr id="3" name="副标题 2"/>
          <p:cNvSpPr>
            <a:spLocks noGrp="1"/>
          </p:cNvSpPr>
          <p:nvPr>
            <p:ph type="subTitle" idx="1"/>
          </p:nvPr>
        </p:nvSpPr>
        <p:spPr>
          <a:xfrm>
            <a:off x="914400" y="1828800"/>
            <a:ext cx="107696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lang="zh-CN" altLang="en-US"/>
              <a:t>单击此处编辑母版副标题样式</a:t>
            </a:r>
            <a:endParaRPr lang="en-US"/>
          </a:p>
        </p:txBody>
      </p:sp>
      <p:sp>
        <p:nvSpPr>
          <p:cNvPr id="6" name="日期占位符 3"/>
          <p:cNvSpPr>
            <a:spLocks noGrp="1"/>
          </p:cNvSpPr>
          <p:nvPr>
            <p:ph type="dt" sz="half" idx="10"/>
          </p:nvPr>
        </p:nvSpPr>
        <p:spPr/>
        <p:txBody>
          <a:bodyPr/>
          <a:lstStyle>
            <a:lvl1pPr>
              <a:defRPr/>
            </a:lvl1pPr>
          </a:lstStyle>
          <a:p>
            <a:pPr>
              <a:defRPr/>
            </a:pPr>
            <a:endParaRPr lang="en-US" altLang="zh-CN"/>
          </a:p>
        </p:txBody>
      </p:sp>
      <p:sp>
        <p:nvSpPr>
          <p:cNvPr id="7" name="页脚占位符 4"/>
          <p:cNvSpPr>
            <a:spLocks noGrp="1"/>
          </p:cNvSpPr>
          <p:nvPr>
            <p:ph type="ftr" sz="quarter" idx="11"/>
          </p:nvPr>
        </p:nvSpPr>
        <p:spPr/>
        <p:txBody>
          <a:bodyPr/>
          <a:lstStyle>
            <a:lvl1pPr>
              <a:defRPr/>
            </a:lvl1pPr>
          </a:lstStyle>
          <a:p>
            <a:pPr>
              <a:defRPr/>
            </a:pPr>
            <a:endParaRPr lang="en-US" altLang="zh-CN"/>
          </a:p>
        </p:txBody>
      </p:sp>
      <p:sp>
        <p:nvSpPr>
          <p:cNvPr id="8" name="灯片编号占位符 5"/>
          <p:cNvSpPr>
            <a:spLocks noGrp="1"/>
          </p:cNvSpPr>
          <p:nvPr>
            <p:ph type="sldNum" sz="quarter" idx="12"/>
          </p:nvPr>
        </p:nvSpPr>
        <p:spPr/>
        <p:txBody>
          <a:bodyPr/>
          <a:lstStyle>
            <a:lvl1pPr>
              <a:defRPr/>
            </a:lvl1pPr>
          </a:lstStyle>
          <a:p>
            <a:pPr>
              <a:defRPr/>
            </a:pPr>
            <a:fld id="{77C96E7A-910D-40A6-A7E9-83E1933F6BDA}" type="slidenum">
              <a:rPr lang="en-US" altLang="zh-CN"/>
              <a:pPr>
                <a:defRPr/>
              </a:pPr>
              <a:t>‹#›</a:t>
            </a:fld>
            <a:endParaRPr lang="en-US" altLang="zh-CN"/>
          </a:p>
        </p:txBody>
      </p:sp>
    </p:spTree>
    <p:extLst>
      <p:ext uri="{BB962C8B-B14F-4D97-AF65-F5344CB8AC3E}">
        <p14:creationId xmlns:p14="http://schemas.microsoft.com/office/powerpoint/2010/main" val="235130332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55448"/>
            <a:ext cx="10972800" cy="1252728"/>
          </a:xfrm>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C4E3B4A-1887-4722-A55D-FC80F88D2631}" type="slidenum">
              <a:rPr lang="en-US" altLang="zh-CN"/>
              <a:pPr>
                <a:defRPr/>
              </a:pPr>
              <a:t>‹#›</a:t>
            </a:fld>
            <a:endParaRPr lang="en-US" altLang="zh-CN"/>
          </a:p>
        </p:txBody>
      </p:sp>
    </p:spTree>
    <p:extLst>
      <p:ext uri="{BB962C8B-B14F-4D97-AF65-F5344CB8AC3E}">
        <p14:creationId xmlns:p14="http://schemas.microsoft.com/office/powerpoint/2010/main" val="191184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2"/>
      </p:bgRef>
    </p:bg>
    <p:spTree>
      <p:nvGrpSpPr>
        <p:cNvPr id="1" name=""/>
        <p:cNvGrpSpPr/>
        <p:nvPr/>
      </p:nvGrpSpPr>
      <p:grpSpPr>
        <a:xfrm>
          <a:off x="0" y="0"/>
          <a:ext cx="0" cy="0"/>
          <a:chOff x="0" y="0"/>
          <a:chExt cx="0" cy="0"/>
        </a:xfrm>
      </p:grpSpPr>
      <p:sp>
        <p:nvSpPr>
          <p:cNvPr id="4" name="矩形 3"/>
          <p:cNvSpPr/>
          <p:nvPr/>
        </p:nvSpPr>
        <p:spPr bwMode="ltGray">
          <a:xfrm>
            <a:off x="0" y="1"/>
            <a:ext cx="12192000" cy="26019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5" name="矩形 4"/>
          <p:cNvSpPr/>
          <p:nvPr/>
        </p:nvSpPr>
        <p:spPr bwMode="invGray">
          <a:xfrm>
            <a:off x="0" y="2601914"/>
            <a:ext cx="12192000" cy="460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标题 1"/>
          <p:cNvSpPr>
            <a:spLocks noGrp="1"/>
          </p:cNvSpPr>
          <p:nvPr>
            <p:ph type="title"/>
          </p:nvPr>
        </p:nvSpPr>
        <p:spPr>
          <a:xfrm>
            <a:off x="999744" y="118872"/>
            <a:ext cx="10684256" cy="1636776"/>
          </a:xfrm>
        </p:spPr>
        <p:txBody>
          <a:bodyPr tIns="0" rIns="91440" bIns="0" anchor="b"/>
          <a:lstStyle>
            <a:lvl1pPr algn="l">
              <a:defRPr sz="4700" b="1" cap="none" baseline="0"/>
            </a:lvl1pPr>
            <a:extLst/>
          </a:lstStyle>
          <a:p>
            <a:r>
              <a:rPr lang="zh-CN" altLang="en-US"/>
              <a:t>单击此处编辑母版标题样式</a:t>
            </a:r>
            <a:endParaRPr lang="en-US"/>
          </a:p>
        </p:txBody>
      </p:sp>
      <p:sp>
        <p:nvSpPr>
          <p:cNvPr id="3" name="文本占位符 2"/>
          <p:cNvSpPr>
            <a:spLocks noGrp="1"/>
          </p:cNvSpPr>
          <p:nvPr>
            <p:ph type="body" idx="1"/>
          </p:nvPr>
        </p:nvSpPr>
        <p:spPr>
          <a:xfrm>
            <a:off x="987552" y="1828800"/>
            <a:ext cx="10696448" cy="68580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a:r>
              <a:rPr lang="zh-CN" altLang="en-US"/>
              <a:t>单击此处编辑母版文本样式</a:t>
            </a:r>
          </a:p>
        </p:txBody>
      </p:sp>
      <p:sp>
        <p:nvSpPr>
          <p:cNvPr id="6" name="日期占位符 3"/>
          <p:cNvSpPr>
            <a:spLocks noGrp="1"/>
          </p:cNvSpPr>
          <p:nvPr>
            <p:ph type="dt" sz="half" idx="10"/>
          </p:nvPr>
        </p:nvSpPr>
        <p:spPr/>
        <p:txBody>
          <a:bodyPr/>
          <a:lstStyle>
            <a:lvl1pPr>
              <a:defRPr/>
            </a:lvl1pPr>
          </a:lstStyle>
          <a:p>
            <a:pPr>
              <a:defRPr/>
            </a:pPr>
            <a:endParaRPr lang="en-US" altLang="zh-CN"/>
          </a:p>
        </p:txBody>
      </p:sp>
      <p:sp>
        <p:nvSpPr>
          <p:cNvPr id="7" name="页脚占位符 4"/>
          <p:cNvSpPr>
            <a:spLocks noGrp="1"/>
          </p:cNvSpPr>
          <p:nvPr>
            <p:ph type="ftr" sz="quarter" idx="11"/>
          </p:nvPr>
        </p:nvSpPr>
        <p:spPr/>
        <p:txBody>
          <a:bodyPr/>
          <a:lstStyle>
            <a:lvl1pPr>
              <a:defRPr/>
            </a:lvl1pPr>
          </a:lstStyle>
          <a:p>
            <a:pPr>
              <a:defRPr/>
            </a:pPr>
            <a:endParaRPr lang="en-US" altLang="zh-CN"/>
          </a:p>
        </p:txBody>
      </p:sp>
      <p:sp>
        <p:nvSpPr>
          <p:cNvPr id="8" name="灯片编号占位符 5"/>
          <p:cNvSpPr>
            <a:spLocks noGrp="1"/>
          </p:cNvSpPr>
          <p:nvPr>
            <p:ph type="sldNum" sz="quarter" idx="12"/>
          </p:nvPr>
        </p:nvSpPr>
        <p:spPr/>
        <p:txBody>
          <a:bodyPr/>
          <a:lstStyle>
            <a:lvl1pPr>
              <a:defRPr/>
            </a:lvl1pPr>
          </a:lstStyle>
          <a:p>
            <a:pPr>
              <a:defRPr/>
            </a:pPr>
            <a:fld id="{74ADC551-34D7-49F4-8084-0C8A16DF46C2}" type="slidenum">
              <a:rPr lang="en-US" altLang="zh-CN"/>
              <a:pPr>
                <a:defRPr/>
              </a:pPr>
              <a:t>‹#›</a:t>
            </a:fld>
            <a:endParaRPr lang="en-US" altLang="zh-CN"/>
          </a:p>
        </p:txBody>
      </p:sp>
    </p:spTree>
    <p:extLst>
      <p:ext uri="{BB962C8B-B14F-4D97-AF65-F5344CB8AC3E}">
        <p14:creationId xmlns:p14="http://schemas.microsoft.com/office/powerpoint/2010/main" val="309274833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600" y="1773936"/>
            <a:ext cx="53848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97600" y="1773936"/>
            <a:ext cx="53848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A5BC45A-192C-46BA-BA6D-6AF3CB0A6CF8}" type="slidenum">
              <a:rPr lang="en-US" altLang="zh-CN"/>
              <a:pPr>
                <a:defRPr/>
              </a:pPr>
              <a:t>‹#›</a:t>
            </a:fld>
            <a:endParaRPr lang="en-US" altLang="zh-CN"/>
          </a:p>
        </p:txBody>
      </p:sp>
    </p:spTree>
    <p:extLst>
      <p:ext uri="{BB962C8B-B14F-4D97-AF65-F5344CB8AC3E}">
        <p14:creationId xmlns:p14="http://schemas.microsoft.com/office/powerpoint/2010/main" val="531113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extLst/>
          </a:lstStyle>
          <a:p>
            <a:r>
              <a:rPr lang="zh-CN" altLang="en-US"/>
              <a:t>单击此处编辑母版标题样式</a:t>
            </a:r>
            <a:endParaRPr lang="en-US"/>
          </a:p>
        </p:txBody>
      </p:sp>
      <p:sp>
        <p:nvSpPr>
          <p:cNvPr id="3" name="文本占位符 2"/>
          <p:cNvSpPr>
            <a:spLocks noGrp="1"/>
          </p:cNvSpPr>
          <p:nvPr>
            <p:ph type="body" idx="1"/>
          </p:nvPr>
        </p:nvSpPr>
        <p:spPr>
          <a:xfrm>
            <a:off x="609600" y="1698988"/>
            <a:ext cx="5386917"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zh-CN" altLang="en-US"/>
              <a:t>单击此处编辑母版文本样式</a:t>
            </a:r>
          </a:p>
        </p:txBody>
      </p:sp>
      <p:sp>
        <p:nvSpPr>
          <p:cNvPr id="4" name="内容占位符 3"/>
          <p:cNvSpPr>
            <a:spLocks noGrp="1"/>
          </p:cNvSpPr>
          <p:nvPr>
            <p:ph sz="half" idx="2"/>
          </p:nvPr>
        </p:nvSpPr>
        <p:spPr>
          <a:xfrm>
            <a:off x="609600" y="244951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93368" y="1698988"/>
            <a:ext cx="5389033"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zh-CN" altLang="en-US"/>
              <a:t>单击此处编辑母版文本样式</a:t>
            </a:r>
          </a:p>
        </p:txBody>
      </p:sp>
      <p:sp>
        <p:nvSpPr>
          <p:cNvPr id="6" name="内容占位符 5"/>
          <p:cNvSpPr>
            <a:spLocks noGrp="1"/>
          </p:cNvSpPr>
          <p:nvPr>
            <p:ph sz="quarter" idx="4"/>
          </p:nvPr>
        </p:nvSpPr>
        <p:spPr>
          <a:xfrm>
            <a:off x="6193368" y="244951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F98640F1-A12C-4422-9F5C-AC0CC355CCEB}" type="slidenum">
              <a:rPr lang="en-US" altLang="zh-CN"/>
              <a:pPr>
                <a:defRPr/>
              </a:pPr>
              <a:t>‹#›</a:t>
            </a:fld>
            <a:endParaRPr lang="en-US" altLang="zh-CN"/>
          </a:p>
        </p:txBody>
      </p:sp>
    </p:spTree>
    <p:extLst>
      <p:ext uri="{BB962C8B-B14F-4D97-AF65-F5344CB8AC3E}">
        <p14:creationId xmlns:p14="http://schemas.microsoft.com/office/powerpoint/2010/main" val="141344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51C6F1F5-7C51-44D5-A828-9A1E26680DF4}" type="slidenum">
              <a:rPr lang="en-US" altLang="zh-CN"/>
              <a:pPr>
                <a:defRPr/>
              </a:pPr>
              <a:t>‹#›</a:t>
            </a:fld>
            <a:endParaRPr lang="en-US" altLang="zh-CN"/>
          </a:p>
        </p:txBody>
      </p:sp>
    </p:spTree>
    <p:extLst>
      <p:ext uri="{BB962C8B-B14F-4D97-AF65-F5344CB8AC3E}">
        <p14:creationId xmlns:p14="http://schemas.microsoft.com/office/powerpoint/2010/main" val="955238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7A18D5A0-0783-4BB9-BD9E-E15885288695}" type="slidenum">
              <a:rPr lang="en-US" altLang="zh-CN"/>
              <a:pPr>
                <a:defRPr/>
              </a:pPr>
              <a:t>‹#›</a:t>
            </a:fld>
            <a:endParaRPr lang="en-US" altLang="zh-CN"/>
          </a:p>
        </p:txBody>
      </p:sp>
    </p:spTree>
    <p:extLst>
      <p:ext uri="{BB962C8B-B14F-4D97-AF65-F5344CB8AC3E}">
        <p14:creationId xmlns:p14="http://schemas.microsoft.com/office/powerpoint/2010/main" val="340587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矩形 4"/>
          <p:cNvSpPr/>
          <p:nvPr/>
        </p:nvSpPr>
        <p:spPr bwMode="invGray">
          <a:xfrm>
            <a:off x="3807885" y="0"/>
            <a:ext cx="61383"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6" name="矩形 5"/>
          <p:cNvSpPr/>
          <p:nvPr/>
        </p:nvSpPr>
        <p:spPr bwMode="invGray">
          <a:xfrm>
            <a:off x="3807885" y="0"/>
            <a:ext cx="61383"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标题 1"/>
          <p:cNvSpPr>
            <a:spLocks noGrp="1"/>
          </p:cNvSpPr>
          <p:nvPr>
            <p:ph type="title"/>
          </p:nvPr>
        </p:nvSpPr>
        <p:spPr>
          <a:xfrm>
            <a:off x="223784" y="152400"/>
            <a:ext cx="3364992" cy="978408"/>
          </a:xfrm>
        </p:spPr>
        <p:txBody>
          <a:bodyPr lIns="73152" bIns="0" anchor="b">
            <a:sp3d prstMaterial="matte"/>
          </a:bodyPr>
          <a:lstStyle>
            <a:lvl1pPr algn="l">
              <a:defRPr sz="2000" b="0"/>
            </a:lvl1pPr>
            <a:extLst/>
          </a:lstStyle>
          <a:p>
            <a:r>
              <a:rPr lang="zh-CN" altLang="en-US"/>
              <a:t>单击此处编辑母版标题样式</a:t>
            </a:r>
            <a:endParaRPr lang="en-US"/>
          </a:p>
        </p:txBody>
      </p:sp>
      <p:sp>
        <p:nvSpPr>
          <p:cNvPr id="3" name="内容占位符 2"/>
          <p:cNvSpPr>
            <a:spLocks noGrp="1"/>
          </p:cNvSpPr>
          <p:nvPr>
            <p:ph idx="1"/>
          </p:nvPr>
        </p:nvSpPr>
        <p:spPr>
          <a:xfrm>
            <a:off x="4025837" y="1743134"/>
            <a:ext cx="7894188"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223784" y="1730018"/>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zh-CN" altLang="en-US"/>
              <a:t>单击此处编辑母版文本样式</a:t>
            </a:r>
          </a:p>
        </p:txBody>
      </p:sp>
      <p:sp>
        <p:nvSpPr>
          <p:cNvPr id="7" name="日期占位符 4"/>
          <p:cNvSpPr>
            <a:spLocks noGrp="1"/>
          </p:cNvSpPr>
          <p:nvPr>
            <p:ph type="dt" sz="half" idx="10"/>
          </p:nvPr>
        </p:nvSpPr>
        <p:spPr/>
        <p:txBody>
          <a:bodyPr/>
          <a:lstStyle>
            <a:lvl1pPr>
              <a:defRPr/>
            </a:lvl1pPr>
          </a:lstStyle>
          <a:p>
            <a:pPr>
              <a:defRPr/>
            </a:pPr>
            <a:endParaRPr lang="en-US" altLang="zh-CN"/>
          </a:p>
        </p:txBody>
      </p:sp>
      <p:sp>
        <p:nvSpPr>
          <p:cNvPr id="8" name="页脚占位符 5"/>
          <p:cNvSpPr>
            <a:spLocks noGrp="1"/>
          </p:cNvSpPr>
          <p:nvPr>
            <p:ph type="ftr" sz="quarter" idx="11"/>
          </p:nvPr>
        </p:nvSpPr>
        <p:spPr/>
        <p:txBody>
          <a:bodyPr/>
          <a:lstStyle>
            <a:lvl1pPr>
              <a:defRPr/>
            </a:lvl1pPr>
          </a:lstStyle>
          <a:p>
            <a:pPr>
              <a:defRPr/>
            </a:pPr>
            <a:endParaRPr lang="en-US" altLang="zh-CN"/>
          </a:p>
        </p:txBody>
      </p:sp>
      <p:sp>
        <p:nvSpPr>
          <p:cNvPr id="9" name="灯片编号占位符 6"/>
          <p:cNvSpPr>
            <a:spLocks noGrp="1"/>
          </p:cNvSpPr>
          <p:nvPr>
            <p:ph type="sldNum" sz="quarter" idx="12"/>
          </p:nvPr>
        </p:nvSpPr>
        <p:spPr/>
        <p:txBody>
          <a:bodyPr/>
          <a:lstStyle>
            <a:lvl1pPr>
              <a:defRPr/>
            </a:lvl1pPr>
          </a:lstStyle>
          <a:p>
            <a:pPr>
              <a:defRPr/>
            </a:pPr>
            <a:fld id="{E5DECB46-F53A-4011-9BC8-C1100259244C}" type="slidenum">
              <a:rPr lang="en-US" altLang="zh-CN"/>
              <a:pPr>
                <a:defRPr/>
              </a:pPr>
              <a:t>‹#›</a:t>
            </a:fld>
            <a:endParaRPr lang="en-US" altLang="zh-CN"/>
          </a:p>
        </p:txBody>
      </p:sp>
    </p:spTree>
    <p:extLst>
      <p:ext uri="{BB962C8B-B14F-4D97-AF65-F5344CB8AC3E}">
        <p14:creationId xmlns:p14="http://schemas.microsoft.com/office/powerpoint/2010/main" val="2256813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1">
        <a:schemeClr val="bg2"/>
      </p:bgRef>
    </p:bg>
    <p:spTree>
      <p:nvGrpSpPr>
        <p:cNvPr id="1" name=""/>
        <p:cNvGrpSpPr/>
        <p:nvPr/>
      </p:nvGrpSpPr>
      <p:grpSpPr>
        <a:xfrm>
          <a:off x="0" y="0"/>
          <a:ext cx="0" cy="0"/>
          <a:chOff x="0" y="0"/>
          <a:chExt cx="0" cy="0"/>
        </a:xfrm>
      </p:grpSpPr>
      <p:sp>
        <p:nvSpPr>
          <p:cNvPr id="5" name="矩形 4"/>
          <p:cNvSpPr/>
          <p:nvPr/>
        </p:nvSpPr>
        <p:spPr>
          <a:xfrm>
            <a:off x="3807885" y="0"/>
            <a:ext cx="61383"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6" name="矩形 5"/>
          <p:cNvSpPr/>
          <p:nvPr/>
        </p:nvSpPr>
        <p:spPr bwMode="invGray">
          <a:xfrm>
            <a:off x="3807885" y="0"/>
            <a:ext cx="61383"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标题 1"/>
          <p:cNvSpPr>
            <a:spLocks noGrp="1"/>
          </p:cNvSpPr>
          <p:nvPr>
            <p:ph type="title"/>
          </p:nvPr>
        </p:nvSpPr>
        <p:spPr>
          <a:xfrm>
            <a:off x="219456" y="155448"/>
            <a:ext cx="3366867" cy="978408"/>
          </a:xfrm>
        </p:spPr>
        <p:txBody>
          <a:bodyPr lIns="73152" bIns="0" anchor="b">
            <a:sp3d prstMaterial="matte"/>
          </a:bodyPr>
          <a:lstStyle>
            <a:lvl1pPr algn="l">
              <a:defRPr sz="2000" b="0"/>
            </a:lvl1pPr>
            <a:extLst/>
          </a:lstStyle>
          <a:p>
            <a:r>
              <a:rPr lang="zh-CN" altLang="en-US"/>
              <a:t>单击此处编辑母版标题样式</a:t>
            </a:r>
            <a:endParaRPr lang="en-US"/>
          </a:p>
        </p:txBody>
      </p:sp>
      <p:sp>
        <p:nvSpPr>
          <p:cNvPr id="3" name="图片占位符 2"/>
          <p:cNvSpPr>
            <a:spLocks noGrp="1"/>
          </p:cNvSpPr>
          <p:nvPr>
            <p:ph type="pic" idx="1"/>
          </p:nvPr>
        </p:nvSpPr>
        <p:spPr>
          <a:xfrm>
            <a:off x="3871741" y="1484808"/>
            <a:ext cx="8329863" cy="5373192"/>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219456" y="1728216"/>
            <a:ext cx="329184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zh-CN" altLang="en-US"/>
              <a:t>单击此处编辑母版文本样式</a:t>
            </a:r>
          </a:p>
        </p:txBody>
      </p:sp>
      <p:sp>
        <p:nvSpPr>
          <p:cNvPr id="7" name="日期占位符 4"/>
          <p:cNvSpPr>
            <a:spLocks noGrp="1"/>
          </p:cNvSpPr>
          <p:nvPr>
            <p:ph type="dt" sz="half" idx="10"/>
          </p:nvPr>
        </p:nvSpPr>
        <p:spPr>
          <a:xfrm>
            <a:off x="220133" y="1169988"/>
            <a:ext cx="3363384" cy="201612"/>
          </a:xfrm>
        </p:spPr>
        <p:txBody>
          <a:bodyPr/>
          <a:lstStyle>
            <a:lvl1pPr>
              <a:defRPr/>
            </a:lvl1pPr>
          </a:lstStyle>
          <a:p>
            <a:pPr>
              <a:defRPr/>
            </a:pPr>
            <a:endParaRPr lang="en-US" altLang="zh-CN"/>
          </a:p>
        </p:txBody>
      </p:sp>
      <p:sp>
        <p:nvSpPr>
          <p:cNvPr id="8" name="页脚占位符 5"/>
          <p:cNvSpPr>
            <a:spLocks noGrp="1"/>
          </p:cNvSpPr>
          <p:nvPr>
            <p:ph type="ftr" sz="quarter" idx="11"/>
          </p:nvPr>
        </p:nvSpPr>
        <p:spPr>
          <a:xfrm>
            <a:off x="4047067" y="1169988"/>
            <a:ext cx="6925733" cy="201612"/>
          </a:xfrm>
        </p:spPr>
        <p:txBody>
          <a:bodyPr/>
          <a:lstStyle>
            <a:lvl1pPr>
              <a:defRPr>
                <a:solidFill>
                  <a:schemeClr val="bg1">
                    <a:shade val="50000"/>
                  </a:schemeClr>
                </a:solidFill>
              </a:defRPr>
            </a:lvl1pPr>
          </a:lstStyle>
          <a:p>
            <a:pPr>
              <a:defRPr/>
            </a:pPr>
            <a:endParaRPr lang="en-US" altLang="zh-CN"/>
          </a:p>
        </p:txBody>
      </p:sp>
      <p:sp>
        <p:nvSpPr>
          <p:cNvPr id="9" name="灯片编号占位符 6"/>
          <p:cNvSpPr>
            <a:spLocks noGrp="1"/>
          </p:cNvSpPr>
          <p:nvPr>
            <p:ph type="sldNum" sz="quarter" idx="12"/>
          </p:nvPr>
        </p:nvSpPr>
        <p:spPr>
          <a:xfrm>
            <a:off x="11118851" y="1169988"/>
            <a:ext cx="977900" cy="201612"/>
          </a:xfrm>
        </p:spPr>
        <p:txBody>
          <a:bodyPr/>
          <a:lstStyle>
            <a:lvl1pPr>
              <a:defRPr/>
            </a:lvl1pPr>
          </a:lstStyle>
          <a:p>
            <a:pPr>
              <a:defRPr/>
            </a:pPr>
            <a:fld id="{3FE26751-3AE6-455C-AD84-7F3B1E4587BB}" type="slidenum">
              <a:rPr lang="en-US" altLang="zh-CN"/>
              <a:pPr>
                <a:defRPr/>
              </a:pPr>
              <a:t>‹#›</a:t>
            </a:fld>
            <a:endParaRPr lang="en-US" altLang="zh-CN"/>
          </a:p>
        </p:txBody>
      </p:sp>
    </p:spTree>
    <p:extLst>
      <p:ext uri="{BB962C8B-B14F-4D97-AF65-F5344CB8AC3E}">
        <p14:creationId xmlns:p14="http://schemas.microsoft.com/office/powerpoint/2010/main" val="290006580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9ED0A566-A1B6-4E56-8694-D1F3D13BF395}" type="slidenum">
              <a:rPr lang="en-US" altLang="zh-CN"/>
              <a:pPr>
                <a:defRPr/>
              </a:pPr>
              <a:t>‹#›</a:t>
            </a:fld>
            <a:endParaRPr lang="en-US" altLang="zh-CN"/>
          </a:p>
        </p:txBody>
      </p:sp>
    </p:spTree>
    <p:extLst>
      <p:ext uri="{BB962C8B-B14F-4D97-AF65-F5344CB8AC3E}">
        <p14:creationId xmlns:p14="http://schemas.microsoft.com/office/powerpoint/2010/main" val="701019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4" name="矩形 3"/>
          <p:cNvSpPr/>
          <p:nvPr/>
        </p:nvSpPr>
        <p:spPr bwMode="invGray">
          <a:xfrm>
            <a:off x="8798985" y="0"/>
            <a:ext cx="61383"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5" name="矩形 4"/>
          <p:cNvSpPr/>
          <p:nvPr/>
        </p:nvSpPr>
        <p:spPr bwMode="ltGray">
          <a:xfrm>
            <a:off x="8864600" y="0"/>
            <a:ext cx="3352800"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竖排标题 1"/>
          <p:cNvSpPr>
            <a:spLocks noGrp="1"/>
          </p:cNvSpPr>
          <p:nvPr>
            <p:ph type="title" orient="vert"/>
          </p:nvPr>
        </p:nvSpPr>
        <p:spPr>
          <a:xfrm>
            <a:off x="9042400" y="274641"/>
            <a:ext cx="25400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600" y="304801"/>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3"/>
          <p:cNvSpPr>
            <a:spLocks noGrp="1"/>
          </p:cNvSpPr>
          <p:nvPr>
            <p:ph type="dt" sz="half" idx="10"/>
          </p:nvPr>
        </p:nvSpPr>
        <p:spPr/>
        <p:txBody>
          <a:bodyPr/>
          <a:lstStyle>
            <a:lvl1pPr>
              <a:defRPr/>
            </a:lvl1pPr>
          </a:lstStyle>
          <a:p>
            <a:pPr>
              <a:defRPr/>
            </a:pPr>
            <a:endParaRPr lang="en-US" altLang="zh-CN"/>
          </a:p>
        </p:txBody>
      </p:sp>
      <p:sp>
        <p:nvSpPr>
          <p:cNvPr id="7" name="页脚占位符 4"/>
          <p:cNvSpPr>
            <a:spLocks noGrp="1"/>
          </p:cNvSpPr>
          <p:nvPr>
            <p:ph type="ftr" sz="quarter" idx="11"/>
          </p:nvPr>
        </p:nvSpPr>
        <p:spPr>
          <a:xfrm>
            <a:off x="3520018" y="6376989"/>
            <a:ext cx="5115983" cy="365125"/>
          </a:xfrm>
        </p:spPr>
        <p:txBody>
          <a:bodyPr/>
          <a:lstStyle>
            <a:lvl1pPr>
              <a:defRPr/>
            </a:lvl1pPr>
          </a:lstStyle>
          <a:p>
            <a:pPr>
              <a:defRPr/>
            </a:pPr>
            <a:endParaRPr lang="en-US" altLang="zh-CN"/>
          </a:p>
        </p:txBody>
      </p:sp>
      <p:sp>
        <p:nvSpPr>
          <p:cNvPr id="8" name="灯片编号占位符 5"/>
          <p:cNvSpPr>
            <a:spLocks noGrp="1"/>
          </p:cNvSpPr>
          <p:nvPr>
            <p:ph type="sldNum" sz="quarter" idx="12"/>
          </p:nvPr>
        </p:nvSpPr>
        <p:spPr/>
        <p:txBody>
          <a:bodyPr/>
          <a:lstStyle>
            <a:lvl1pPr>
              <a:defRPr/>
            </a:lvl1pPr>
          </a:lstStyle>
          <a:p>
            <a:pPr>
              <a:defRPr/>
            </a:pPr>
            <a:fld id="{E4F7B258-4E42-4DB9-BA6A-AEDF71C1EF48}" type="slidenum">
              <a:rPr lang="en-US" altLang="zh-CN"/>
              <a:pPr>
                <a:defRPr/>
              </a:pPr>
              <a:t>‹#›</a:t>
            </a:fld>
            <a:endParaRPr lang="en-US" altLang="zh-CN"/>
          </a:p>
        </p:txBody>
      </p:sp>
    </p:spTree>
    <p:extLst>
      <p:ext uri="{BB962C8B-B14F-4D97-AF65-F5344CB8AC3E}">
        <p14:creationId xmlns:p14="http://schemas.microsoft.com/office/powerpoint/2010/main" val="425392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bwMode="invGray">
          <a:xfrm>
            <a:off x="0" y="1436688"/>
            <a:ext cx="12192000" cy="4445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 name="矩形 6"/>
          <p:cNvSpPr/>
          <p:nvPr/>
        </p:nvSpPr>
        <p:spPr bwMode="ltGray">
          <a:xfrm>
            <a:off x="0" y="1"/>
            <a:ext cx="12192000" cy="14335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标题占位符 1"/>
          <p:cNvSpPr>
            <a:spLocks noGrp="1"/>
          </p:cNvSpPr>
          <p:nvPr>
            <p:ph type="title"/>
          </p:nvPr>
        </p:nvSpPr>
        <p:spPr>
          <a:xfrm>
            <a:off x="609600" y="152400"/>
            <a:ext cx="10972800" cy="125095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zh-CN" altLang="en-US"/>
              <a:t>单击此处编辑母版标题样式</a:t>
            </a:r>
            <a:endParaRPr lang="en-US"/>
          </a:p>
        </p:txBody>
      </p:sp>
      <p:sp>
        <p:nvSpPr>
          <p:cNvPr id="1029" name="文本占位符 2"/>
          <p:cNvSpPr>
            <a:spLocks noGrp="1"/>
          </p:cNvSpPr>
          <p:nvPr>
            <p:ph type="body" idx="1"/>
          </p:nvPr>
        </p:nvSpPr>
        <p:spPr bwMode="auto">
          <a:xfrm>
            <a:off x="609600" y="1774825"/>
            <a:ext cx="10972800" cy="4625975"/>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2"/>
          </p:nvPr>
        </p:nvSpPr>
        <p:spPr>
          <a:xfrm>
            <a:off x="609600" y="6477000"/>
            <a:ext cx="2844800" cy="274638"/>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pPr>
              <a:defRPr/>
            </a:pPr>
            <a:endParaRPr lang="en-US" altLang="zh-CN"/>
          </a:p>
        </p:txBody>
      </p:sp>
      <p:sp>
        <p:nvSpPr>
          <p:cNvPr id="5" name="页脚占位符 4"/>
          <p:cNvSpPr>
            <a:spLocks noGrp="1"/>
          </p:cNvSpPr>
          <p:nvPr>
            <p:ph type="ftr" sz="quarter" idx="3"/>
          </p:nvPr>
        </p:nvSpPr>
        <p:spPr>
          <a:xfrm>
            <a:off x="3520018" y="6477000"/>
            <a:ext cx="7344833" cy="274638"/>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pPr>
              <a:defRPr/>
            </a:pPr>
            <a:endParaRPr lang="en-US" altLang="zh-CN"/>
          </a:p>
        </p:txBody>
      </p:sp>
      <p:sp>
        <p:nvSpPr>
          <p:cNvPr id="6" name="灯片编号占位符 5"/>
          <p:cNvSpPr>
            <a:spLocks noGrp="1"/>
          </p:cNvSpPr>
          <p:nvPr>
            <p:ph type="sldNum" sz="quarter" idx="4"/>
          </p:nvPr>
        </p:nvSpPr>
        <p:spPr>
          <a:xfrm>
            <a:off x="10938934" y="6477000"/>
            <a:ext cx="977900" cy="274638"/>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pPr>
              <a:defRPr/>
            </a:pPr>
            <a:fld id="{639DE89F-79DE-44E2-BF71-1E41A0EF5C3F}" type="slidenum">
              <a:rPr lang="en-US" altLang="zh-CN"/>
              <a:pPr>
                <a:defRPr/>
              </a:pPr>
              <a:t>‹#›</a:t>
            </a:fld>
            <a:endParaRPr lang="en-US" altLang="zh-CN"/>
          </a:p>
        </p:txBody>
      </p:sp>
    </p:spTree>
    <p:extLst>
      <p:ext uri="{BB962C8B-B14F-4D97-AF65-F5344CB8AC3E}">
        <p14:creationId xmlns:p14="http://schemas.microsoft.com/office/powerpoint/2010/main" val="3861932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itchFamily="34" charset="0"/>
          <a:ea typeface="华文楷体" pitchFamily="2" charset="-122"/>
        </a:defRPr>
      </a:lvl2pPr>
      <a:lvl3pPr algn="l" rtl="0" eaLnBrk="0" fontAlgn="base" hangingPunct="0">
        <a:spcBef>
          <a:spcPct val="0"/>
        </a:spcBef>
        <a:spcAft>
          <a:spcPct val="0"/>
        </a:spcAft>
        <a:defRPr sz="4500" b="1">
          <a:solidFill>
            <a:srgbClr val="FFC800"/>
          </a:solidFill>
          <a:latin typeface="Corbel" pitchFamily="34" charset="0"/>
          <a:ea typeface="华文楷体" pitchFamily="2" charset="-122"/>
        </a:defRPr>
      </a:lvl3pPr>
      <a:lvl4pPr algn="l" rtl="0" eaLnBrk="0" fontAlgn="base" hangingPunct="0">
        <a:spcBef>
          <a:spcPct val="0"/>
        </a:spcBef>
        <a:spcAft>
          <a:spcPct val="0"/>
        </a:spcAft>
        <a:defRPr sz="4500" b="1">
          <a:solidFill>
            <a:srgbClr val="FFC800"/>
          </a:solidFill>
          <a:latin typeface="Corbel" pitchFamily="34" charset="0"/>
          <a:ea typeface="华文楷体" pitchFamily="2" charset="-122"/>
        </a:defRPr>
      </a:lvl4pPr>
      <a:lvl5pPr algn="l" rtl="0" eaLnBrk="0" fontAlgn="base" hangingPunct="0">
        <a:spcBef>
          <a:spcPct val="0"/>
        </a:spcBef>
        <a:spcAft>
          <a:spcPct val="0"/>
        </a:spcAft>
        <a:defRPr sz="4500" b="1">
          <a:solidFill>
            <a:srgbClr val="FFC800"/>
          </a:solidFill>
          <a:latin typeface="Corbel" pitchFamily="34" charset="0"/>
          <a:ea typeface="华文楷体" pitchFamily="2" charset="-122"/>
        </a:defRPr>
      </a:lvl5pPr>
      <a:lvl6pPr marL="457200" algn="l" rtl="0" fontAlgn="base">
        <a:spcBef>
          <a:spcPct val="0"/>
        </a:spcBef>
        <a:spcAft>
          <a:spcPct val="0"/>
        </a:spcAft>
        <a:defRPr sz="4500" b="1">
          <a:solidFill>
            <a:srgbClr val="FFC800"/>
          </a:solidFill>
          <a:latin typeface="Corbel" pitchFamily="34" charset="0"/>
          <a:ea typeface="华文楷体" pitchFamily="2" charset="-122"/>
        </a:defRPr>
      </a:lvl6pPr>
      <a:lvl7pPr marL="914400" algn="l" rtl="0" fontAlgn="base">
        <a:spcBef>
          <a:spcPct val="0"/>
        </a:spcBef>
        <a:spcAft>
          <a:spcPct val="0"/>
        </a:spcAft>
        <a:defRPr sz="4500" b="1">
          <a:solidFill>
            <a:srgbClr val="FFC800"/>
          </a:solidFill>
          <a:latin typeface="Corbel" pitchFamily="34" charset="0"/>
          <a:ea typeface="华文楷体" pitchFamily="2" charset="-122"/>
        </a:defRPr>
      </a:lvl7pPr>
      <a:lvl8pPr marL="1371600" algn="l" rtl="0" fontAlgn="base">
        <a:spcBef>
          <a:spcPct val="0"/>
        </a:spcBef>
        <a:spcAft>
          <a:spcPct val="0"/>
        </a:spcAft>
        <a:defRPr sz="4500" b="1">
          <a:solidFill>
            <a:srgbClr val="FFC800"/>
          </a:solidFill>
          <a:latin typeface="Corbel" pitchFamily="34" charset="0"/>
          <a:ea typeface="华文楷体" pitchFamily="2" charset="-122"/>
        </a:defRPr>
      </a:lvl8pPr>
      <a:lvl9pPr marL="1828800" algn="l" rtl="0" fontAlgn="base">
        <a:spcBef>
          <a:spcPct val="0"/>
        </a:spcBef>
        <a:spcAft>
          <a:spcPct val="0"/>
        </a:spcAft>
        <a:defRPr sz="4500" b="1">
          <a:solidFill>
            <a:srgbClr val="FFC800"/>
          </a:solidFill>
          <a:latin typeface="Corbel" pitchFamily="34" charset="0"/>
          <a:ea typeface="华文楷体" pitchFamily="2" charset="-122"/>
        </a:defRPr>
      </a:lvl9pPr>
      <a:extLst/>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lidl@jlu.edu.cn" TargetMode="External"/><Relationship Id="rId2" Type="http://schemas.openxmlformats.org/officeDocument/2006/relationships/hyperlink" Target="mailto:&#36890;&#36807;&#30005;&#23376;&#37038;&#20214;&#21457;&#33267;lidali001@163.co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817DD-274D-41C1-6DFB-DED0C75CB561}"/>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2554AA5C-8F5A-9080-BC33-739CEF63A144}"/>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1</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D2907687-A01C-B627-BCAA-DC165BBF2753}"/>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01. </a:t>
            </a:r>
            <a:r>
              <a:rPr lang="zh-CN" altLang="en-US" sz="2800" b="1" dirty="0"/>
              <a:t>智能法律文书辅助生成系统</a:t>
            </a:r>
            <a:endParaRPr lang="en-US" altLang="zh-CN" sz="2800" b="1" dirty="0"/>
          </a:p>
          <a:p>
            <a:pPr marL="438912" indent="-320040" eaLnBrk="1" fontAlgn="auto" hangingPunct="1">
              <a:lnSpc>
                <a:spcPct val="90000"/>
              </a:lnSpc>
              <a:spcBef>
                <a:spcPts val="0"/>
              </a:spcBef>
              <a:spcAft>
                <a:spcPts val="0"/>
              </a:spcAft>
              <a:buFont typeface="Wingdings 2"/>
              <a:buChar char=""/>
              <a:defRPr/>
            </a:pPr>
            <a:endParaRPr lang="zh-CN" altLang="en-US"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场景：为法律工作者设计基于</a:t>
            </a:r>
            <a:r>
              <a:rPr lang="en-US" altLang="zh-CN" sz="2800" b="1" dirty="0"/>
              <a:t>LLM</a:t>
            </a:r>
            <a:r>
              <a:rPr lang="zh-CN" altLang="en-US" sz="2800" b="1" dirty="0"/>
              <a:t>的合同审查与文书生成工具</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架构需支持法律条文实时检索与案例匹配</a:t>
            </a:r>
          </a:p>
          <a:p>
            <a:pPr marL="731012" lvl="1" indent="-320040" eaLnBrk="1" fontAlgn="auto" hangingPunct="1">
              <a:lnSpc>
                <a:spcPct val="90000"/>
              </a:lnSpc>
              <a:spcBef>
                <a:spcPts val="0"/>
              </a:spcBef>
              <a:spcAft>
                <a:spcPts val="0"/>
              </a:spcAft>
              <a:buFont typeface="Wingdings 2"/>
              <a:buChar char=""/>
              <a:defRPr/>
            </a:pPr>
            <a:r>
              <a:rPr lang="zh-CN" altLang="en-US" sz="2400" b="1" dirty="0"/>
              <a:t>设计文书版本对比与修订追踪机制</a:t>
            </a:r>
          </a:p>
          <a:p>
            <a:pPr marL="731012" lvl="1" indent="-320040" eaLnBrk="1" fontAlgn="auto" hangingPunct="1">
              <a:lnSpc>
                <a:spcPct val="90000"/>
              </a:lnSpc>
              <a:spcBef>
                <a:spcPts val="0"/>
              </a:spcBef>
              <a:spcAft>
                <a:spcPts val="0"/>
              </a:spcAft>
              <a:buFont typeface="Wingdings 2"/>
              <a:buChar char=""/>
              <a:defRPr/>
            </a:pPr>
            <a:r>
              <a:rPr lang="zh-CN" altLang="en-US" sz="2400" b="1" dirty="0"/>
              <a:t>包含敏感信息脱敏处理模块</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系统需同时支持本地小模型（保护隐私）与云端大模型（高精度）两种模式，用户可动态选择；请设计 切换策略与数据分流机制。</a:t>
            </a:r>
            <a:endParaRPr lang="en-US" altLang="zh-CN" sz="1600" b="1" dirty="0"/>
          </a:p>
        </p:txBody>
      </p:sp>
    </p:spTree>
    <p:extLst>
      <p:ext uri="{BB962C8B-B14F-4D97-AF65-F5344CB8AC3E}">
        <p14:creationId xmlns:p14="http://schemas.microsoft.com/office/powerpoint/2010/main" val="222680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2</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02. </a:t>
            </a:r>
            <a:r>
              <a:rPr lang="zh-CN" altLang="en-US" sz="2800" b="1" dirty="0"/>
              <a:t>虚拟家庭财务规划助手</a:t>
            </a:r>
            <a:endParaRPr lang="en-US" altLang="zh-CN" sz="2800" b="1" dirty="0"/>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场景：通过</a:t>
            </a:r>
            <a:r>
              <a:rPr lang="en-US" altLang="zh-CN" sz="2800" b="1" dirty="0"/>
              <a:t>XR</a:t>
            </a:r>
            <a:r>
              <a:rPr lang="zh-CN" altLang="en-US" sz="2800" b="1" dirty="0"/>
              <a:t>技术构建</a:t>
            </a:r>
            <a:r>
              <a:rPr lang="en-US" altLang="zh-CN" sz="2800" b="1" dirty="0"/>
              <a:t>3D</a:t>
            </a:r>
            <a:r>
              <a:rPr lang="zh-CN" altLang="en-US" sz="2800" b="1" dirty="0"/>
              <a:t>虚拟家庭资产管理系统</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集成</a:t>
            </a:r>
            <a:r>
              <a:rPr lang="en-US" altLang="zh-CN" sz="2400" b="1" dirty="0"/>
              <a:t>LLM</a:t>
            </a:r>
            <a:r>
              <a:rPr lang="zh-CN" altLang="en-US" sz="2400" b="1" dirty="0"/>
              <a:t>进行消费习惯分析与预算建议</a:t>
            </a:r>
          </a:p>
          <a:p>
            <a:pPr marL="731012" lvl="1" indent="-320040" eaLnBrk="1" fontAlgn="auto" hangingPunct="1">
              <a:lnSpc>
                <a:spcPct val="90000"/>
              </a:lnSpc>
              <a:spcBef>
                <a:spcPts val="0"/>
              </a:spcBef>
              <a:spcAft>
                <a:spcPts val="0"/>
              </a:spcAft>
              <a:buFont typeface="Wingdings 2"/>
              <a:buChar char=""/>
              <a:defRPr/>
            </a:pPr>
            <a:r>
              <a:rPr lang="zh-CN" altLang="en-US" sz="2400" b="1" dirty="0"/>
              <a:t>支持</a:t>
            </a:r>
            <a:r>
              <a:rPr lang="en-US" altLang="zh-CN" sz="2400" b="1" dirty="0"/>
              <a:t>AR</a:t>
            </a:r>
            <a:r>
              <a:rPr lang="zh-CN" altLang="en-US" sz="2400" b="1" dirty="0"/>
              <a:t>可视化呈现家庭资产分布</a:t>
            </a:r>
          </a:p>
          <a:p>
            <a:pPr marL="731012" lvl="1" indent="-320040" eaLnBrk="1" fontAlgn="auto" hangingPunct="1">
              <a:lnSpc>
                <a:spcPct val="90000"/>
              </a:lnSpc>
              <a:spcBef>
                <a:spcPts val="0"/>
              </a:spcBef>
              <a:spcAft>
                <a:spcPts val="0"/>
              </a:spcAft>
              <a:buFont typeface="Wingdings 2"/>
              <a:buChar char=""/>
              <a:defRPr/>
            </a:pPr>
            <a:r>
              <a:rPr lang="zh-CN" altLang="en-US" sz="2400" b="1" dirty="0"/>
              <a:t>设计多用户权限控制架构</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假定 家庭网络环境不稳定（带宽有限、偶发断连），设计 离线优先架构，保证核心财务数据在无网络时可查看与分析，并在网络恢复后同步。</a:t>
            </a:r>
            <a:endParaRPr lang="en-US" altLang="zh-CN" sz="1600" b="1" dirty="0"/>
          </a:p>
        </p:txBody>
      </p:sp>
    </p:spTree>
    <p:extLst>
      <p:ext uri="{BB962C8B-B14F-4D97-AF65-F5344CB8AC3E}">
        <p14:creationId xmlns:p14="http://schemas.microsoft.com/office/powerpoint/2010/main" val="2799974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F982-7739-2EAB-B05E-B0F7AC3B159D}"/>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6C528C43-1BBA-069D-7FA0-7B749CF5D17E}"/>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3</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C8322198-C9DE-FAE6-13ED-952F48B12EBD}"/>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03. </a:t>
            </a:r>
            <a:r>
              <a:rPr lang="zh-CN" altLang="en-US" sz="2800" b="1" dirty="0"/>
              <a:t>智能医疗问诊记录分析平台</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场景：基于医患对话自动生成结构化电子病历</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架构需支持语音转文本与关键症状提取</a:t>
            </a:r>
          </a:p>
          <a:p>
            <a:pPr marL="731012" lvl="1" indent="-320040" eaLnBrk="1" fontAlgn="auto" hangingPunct="1">
              <a:lnSpc>
                <a:spcPct val="90000"/>
              </a:lnSpc>
              <a:spcBef>
                <a:spcPts val="0"/>
              </a:spcBef>
              <a:spcAft>
                <a:spcPts val="0"/>
              </a:spcAft>
              <a:buFont typeface="Wingdings 2"/>
              <a:buChar char=""/>
              <a:defRPr/>
            </a:pPr>
            <a:r>
              <a:rPr lang="zh-CN" altLang="en-US" sz="2400" b="1" dirty="0"/>
              <a:t>实现医疗术语标准化映射机制</a:t>
            </a:r>
          </a:p>
          <a:p>
            <a:pPr marL="731012" lvl="1" indent="-320040" eaLnBrk="1" fontAlgn="auto" hangingPunct="1">
              <a:lnSpc>
                <a:spcPct val="90000"/>
              </a:lnSpc>
              <a:spcBef>
                <a:spcPts val="0"/>
              </a:spcBef>
              <a:spcAft>
                <a:spcPts val="0"/>
              </a:spcAft>
              <a:buFont typeface="Wingdings 2"/>
              <a:buChar char=""/>
              <a:defRPr/>
            </a:pPr>
            <a:r>
              <a:rPr lang="zh-CN" altLang="en-US" sz="2400" b="1" dirty="0"/>
              <a:t>包含问诊流程合规性检查模块</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新增设计决策对比：针对实时生成病历 </a:t>
            </a:r>
            <a:r>
              <a:rPr lang="en-US" altLang="zh-CN" sz="2000" b="1" dirty="0"/>
              <a:t>vs </a:t>
            </a:r>
            <a:r>
              <a:rPr lang="zh-CN" altLang="en-US" sz="2000" b="1" dirty="0"/>
              <a:t>批量审核后生成病历两种模式，给出适用场景分析，并设计支持两种模式切换的架构。</a:t>
            </a:r>
            <a:endParaRPr lang="en-US" altLang="zh-CN" sz="1600" b="1" dirty="0"/>
          </a:p>
        </p:txBody>
      </p:sp>
    </p:spTree>
    <p:extLst>
      <p:ext uri="{BB962C8B-B14F-4D97-AF65-F5344CB8AC3E}">
        <p14:creationId xmlns:p14="http://schemas.microsoft.com/office/powerpoint/2010/main" val="2667440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6B97-2E63-88C5-CDD8-169672441F9E}"/>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72590DE1-586B-ADE1-AA6B-7C3605D38DB8}"/>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4</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D69904A0-A3A3-86D5-A4E2-AB864DD3DD9B}"/>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04. </a:t>
            </a:r>
            <a:r>
              <a:rPr lang="zh-CN" altLang="en-US" sz="2800" b="1" dirty="0"/>
              <a:t>元宇宙虚拟学习空间</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场景：通过</a:t>
            </a:r>
            <a:r>
              <a:rPr lang="en-US" altLang="zh-CN" sz="2800" b="1" dirty="0"/>
              <a:t>XR</a:t>
            </a:r>
            <a:r>
              <a:rPr lang="zh-CN" altLang="en-US" sz="2800" b="1" dirty="0"/>
              <a:t>技术构建沉浸式多人协作学习环境</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支持</a:t>
            </a:r>
            <a:r>
              <a:rPr lang="en-US" altLang="zh-CN" sz="2400" b="1" dirty="0"/>
              <a:t>3D</a:t>
            </a:r>
            <a:r>
              <a:rPr lang="zh-CN" altLang="en-US" sz="2400" b="1" dirty="0"/>
              <a:t>教学资源上传与实时标注</a:t>
            </a:r>
          </a:p>
          <a:p>
            <a:pPr marL="731012" lvl="1" indent="-320040" eaLnBrk="1" fontAlgn="auto" hangingPunct="1">
              <a:lnSpc>
                <a:spcPct val="90000"/>
              </a:lnSpc>
              <a:spcBef>
                <a:spcPts val="0"/>
              </a:spcBef>
              <a:spcAft>
                <a:spcPts val="0"/>
              </a:spcAft>
              <a:buFont typeface="Wingdings 2"/>
              <a:buChar char=""/>
              <a:defRPr/>
            </a:pPr>
            <a:r>
              <a:rPr lang="zh-CN" altLang="en-US" sz="2400" b="1" dirty="0"/>
              <a:t>设计课堂注意力监测反馈系统</a:t>
            </a:r>
          </a:p>
          <a:p>
            <a:pPr marL="731012" lvl="1" indent="-320040" eaLnBrk="1" fontAlgn="auto" hangingPunct="1">
              <a:lnSpc>
                <a:spcPct val="90000"/>
              </a:lnSpc>
              <a:spcBef>
                <a:spcPts val="0"/>
              </a:spcBef>
              <a:spcAft>
                <a:spcPts val="0"/>
              </a:spcAft>
              <a:buFont typeface="Wingdings 2"/>
              <a:buChar char=""/>
              <a:defRPr/>
            </a:pPr>
            <a:r>
              <a:rPr lang="zh-CN" altLang="en-US" sz="2400" b="1" dirty="0"/>
              <a:t>实现跨设备（</a:t>
            </a:r>
            <a:r>
              <a:rPr lang="en-US" altLang="zh-CN" sz="2400" b="1" dirty="0"/>
              <a:t>VR/</a:t>
            </a:r>
            <a:r>
              <a:rPr lang="zh-CN" altLang="en-US" sz="2400" b="1" dirty="0"/>
              <a:t>手机</a:t>
            </a:r>
            <a:r>
              <a:rPr lang="en-US" altLang="zh-CN" sz="2400" b="1" dirty="0"/>
              <a:t>/PC</a:t>
            </a:r>
            <a:r>
              <a:rPr lang="zh-CN" altLang="en-US" sz="2400" b="1" dirty="0"/>
              <a:t>）兼容架构</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提供两种运行场景：</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场景</a:t>
            </a:r>
            <a:r>
              <a:rPr lang="en-US" altLang="zh-CN" sz="2000" b="1" dirty="0"/>
              <a:t>A</a:t>
            </a:r>
            <a:r>
              <a:rPr lang="zh-CN" altLang="en-US" sz="2000" b="1" dirty="0"/>
              <a:t>：小型精品课程（</a:t>
            </a:r>
            <a:r>
              <a:rPr lang="en-US" altLang="zh-CN" sz="2000" b="1" dirty="0"/>
              <a:t>30</a:t>
            </a:r>
            <a:r>
              <a:rPr lang="zh-CN" altLang="en-US" sz="2000" b="1" dirty="0"/>
              <a:t>人以内，高沉浸感优先）</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场景</a:t>
            </a:r>
            <a:r>
              <a:rPr lang="en-US" altLang="zh-CN" sz="2000" b="1" dirty="0"/>
              <a:t>B</a:t>
            </a:r>
            <a:r>
              <a:rPr lang="zh-CN" altLang="en-US" sz="2000" b="1" dirty="0"/>
              <a:t>：大规模公开课（</a:t>
            </a:r>
            <a:r>
              <a:rPr lang="en-US" altLang="zh-CN" sz="2000" b="1" dirty="0"/>
              <a:t>500</a:t>
            </a:r>
            <a:r>
              <a:rPr lang="zh-CN" altLang="en-US" sz="2000" b="1" dirty="0"/>
              <a:t>人以上，稳定性与低成本优先）</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请设计 同一架构如何通过参数配置或模块替换适配两种场景。</a:t>
            </a:r>
            <a:endParaRPr lang="en-US" altLang="zh-CN" sz="1600" b="1" dirty="0"/>
          </a:p>
        </p:txBody>
      </p:sp>
    </p:spTree>
    <p:extLst>
      <p:ext uri="{BB962C8B-B14F-4D97-AF65-F5344CB8AC3E}">
        <p14:creationId xmlns:p14="http://schemas.microsoft.com/office/powerpoint/2010/main" val="1714140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153D-6752-4BC0-D898-CA7B26A6F388}"/>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80BEE1FA-8E6B-1312-1F26-6684DC18845D}"/>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5</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E23D74BE-5C1D-3E54-1F5A-1C2AEEA4768F}"/>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05. </a:t>
            </a:r>
            <a:r>
              <a:rPr lang="zh-CN" altLang="en-US" sz="2800" b="1" dirty="0"/>
              <a:t>城市环保互动教育系统</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场景：利用</a:t>
            </a:r>
            <a:r>
              <a:rPr lang="en-US" altLang="zh-CN" sz="2800" b="1" dirty="0"/>
              <a:t>XR</a:t>
            </a:r>
            <a:r>
              <a:rPr lang="zh-CN" altLang="en-US" sz="2800" b="1" dirty="0"/>
              <a:t>技术打造环保知识科普体验平台</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架构需整合空气质量实时数据</a:t>
            </a:r>
          </a:p>
          <a:p>
            <a:pPr marL="731012" lvl="1" indent="-320040" eaLnBrk="1" fontAlgn="auto" hangingPunct="1">
              <a:lnSpc>
                <a:spcPct val="90000"/>
              </a:lnSpc>
              <a:spcBef>
                <a:spcPts val="0"/>
              </a:spcBef>
              <a:spcAft>
                <a:spcPts val="0"/>
              </a:spcAft>
              <a:buFont typeface="Wingdings 2"/>
              <a:buChar char=""/>
              <a:defRPr/>
            </a:pPr>
            <a:r>
              <a:rPr lang="zh-CN" altLang="en-US" sz="2400" b="1" dirty="0"/>
              <a:t>设计虚拟污染治理模拟游戏模块</a:t>
            </a:r>
          </a:p>
          <a:p>
            <a:pPr marL="731012" lvl="1" indent="-320040" eaLnBrk="1" fontAlgn="auto" hangingPunct="1">
              <a:lnSpc>
                <a:spcPct val="90000"/>
              </a:lnSpc>
              <a:spcBef>
                <a:spcPts val="0"/>
              </a:spcBef>
              <a:spcAft>
                <a:spcPts val="0"/>
              </a:spcAft>
              <a:buFont typeface="Wingdings 2"/>
              <a:buChar char=""/>
              <a:defRPr/>
            </a:pPr>
            <a:r>
              <a:rPr lang="zh-CN" altLang="en-US" sz="2400" b="1" dirty="0"/>
              <a:t>支持</a:t>
            </a:r>
            <a:r>
              <a:rPr lang="en-US" altLang="zh-CN" sz="2400" b="1" dirty="0"/>
              <a:t>LLM</a:t>
            </a:r>
            <a:r>
              <a:rPr lang="zh-CN" altLang="en-US" sz="2400" b="1" dirty="0"/>
              <a:t>驱动的个性化学习路径</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假设系统需部署在智慧城市公共信息亭（计算资源有限，存储空间小），同时支持 手机端延伸体验。请设计边缘端与云端协同架构，并说明数据划分与同步策略。</a:t>
            </a:r>
            <a:endParaRPr lang="en-US" altLang="zh-CN" sz="1600" b="1" dirty="0"/>
          </a:p>
        </p:txBody>
      </p:sp>
    </p:spTree>
    <p:extLst>
      <p:ext uri="{BB962C8B-B14F-4D97-AF65-F5344CB8AC3E}">
        <p14:creationId xmlns:p14="http://schemas.microsoft.com/office/powerpoint/2010/main" val="1706662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7AE33-BFAD-E13D-8763-AD644C8A8529}"/>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C865F3FF-1FF4-0120-545B-960C477AF9B3}"/>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大作业题目（</a:t>
            </a:r>
            <a:r>
              <a:rPr lang="en-US" altLang="zh-CN" sz="4000" dirty="0">
                <a:solidFill>
                  <a:srgbClr val="FFFF00"/>
                </a:solidFill>
                <a:effectLst>
                  <a:outerShdw blurRad="38100" dist="38100" dir="2700000" algn="tl">
                    <a:srgbClr val="000000">
                      <a:alpha val="43137"/>
                    </a:srgbClr>
                  </a:outerShdw>
                </a:effectLst>
              </a:rPr>
              <a:t>6</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4B95E619-22C8-77FB-F758-FE489298683B}"/>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800" b="1" dirty="0"/>
              <a:t>06. </a:t>
            </a:r>
            <a:r>
              <a:rPr lang="zh-CN" altLang="en-US" sz="2800" b="1" dirty="0"/>
              <a:t>个人数字记忆管理系统</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场景：通过</a:t>
            </a:r>
            <a:r>
              <a:rPr lang="en-US" altLang="zh-CN" sz="2800" b="1" dirty="0"/>
              <a:t>XR</a:t>
            </a:r>
            <a:r>
              <a:rPr lang="zh-CN" altLang="en-US" sz="2800" b="1" dirty="0"/>
              <a:t>技术构建生命周期记忆存储与检索系统</a:t>
            </a:r>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支持多模态数据（照片</a:t>
            </a:r>
            <a:r>
              <a:rPr lang="en-US" altLang="zh-CN" sz="2400" b="1" dirty="0"/>
              <a:t>/</a:t>
            </a:r>
            <a:r>
              <a:rPr lang="zh-CN" altLang="en-US" sz="2400" b="1" dirty="0"/>
              <a:t>视频</a:t>
            </a:r>
            <a:r>
              <a:rPr lang="en-US" altLang="zh-CN" sz="2400" b="1" dirty="0"/>
              <a:t>/</a:t>
            </a:r>
            <a:r>
              <a:rPr lang="zh-CN" altLang="en-US" sz="2400" b="1" dirty="0"/>
              <a:t>文字）时空索引</a:t>
            </a:r>
          </a:p>
          <a:p>
            <a:pPr marL="731012" lvl="1" indent="-320040" eaLnBrk="1" fontAlgn="auto" hangingPunct="1">
              <a:lnSpc>
                <a:spcPct val="90000"/>
              </a:lnSpc>
              <a:spcBef>
                <a:spcPts val="0"/>
              </a:spcBef>
              <a:spcAft>
                <a:spcPts val="0"/>
              </a:spcAft>
              <a:buFont typeface="Wingdings 2"/>
              <a:buChar char=""/>
              <a:defRPr/>
            </a:pPr>
            <a:r>
              <a:rPr lang="zh-CN" altLang="en-US" sz="2400" b="1" dirty="0"/>
              <a:t>实现基于</a:t>
            </a:r>
            <a:r>
              <a:rPr lang="en-US" altLang="zh-CN" sz="2400" b="1" dirty="0"/>
              <a:t>LLM</a:t>
            </a:r>
            <a:r>
              <a:rPr lang="zh-CN" altLang="en-US" sz="2400" b="1" dirty="0"/>
              <a:t>的记忆场景重构功能</a:t>
            </a:r>
          </a:p>
          <a:p>
            <a:pPr marL="731012" lvl="1" indent="-320040" eaLnBrk="1" fontAlgn="auto" hangingPunct="1">
              <a:lnSpc>
                <a:spcPct val="90000"/>
              </a:lnSpc>
              <a:spcBef>
                <a:spcPts val="0"/>
              </a:spcBef>
              <a:spcAft>
                <a:spcPts val="0"/>
              </a:spcAft>
              <a:buFont typeface="Wingdings 2"/>
              <a:buChar char=""/>
              <a:defRPr/>
            </a:pPr>
            <a:r>
              <a:rPr lang="zh-CN" altLang="en-US" sz="2400" b="1" dirty="0"/>
              <a:t>设计隐私数据分级保护机制</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进阶约束：</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系统需允许用户将部分记忆数据授权给家属查看（如遗嘱类记忆），同时支持“阅后即焚”与“定时自动公开”等时间策略。请设计 权限控制与数据加密方案。</a:t>
            </a:r>
            <a:endParaRPr lang="en-US" altLang="zh-CN" sz="1600" b="1" dirty="0"/>
          </a:p>
        </p:txBody>
      </p:sp>
    </p:spTree>
    <p:extLst>
      <p:ext uri="{BB962C8B-B14F-4D97-AF65-F5344CB8AC3E}">
        <p14:creationId xmlns:p14="http://schemas.microsoft.com/office/powerpoint/2010/main" val="2463210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FD3BF-7C6A-6B5B-194D-06137E11FB32}"/>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E46458B6-D127-7B36-0EFD-05D338E1E632}"/>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大作业说明与要求（</a:t>
            </a:r>
            <a:r>
              <a:rPr lang="en-US" altLang="zh-CN" sz="4000" dirty="0">
                <a:solidFill>
                  <a:srgbClr val="FFFF00"/>
                </a:solidFill>
                <a:effectLst>
                  <a:outerShdw blurRad="38100" dist="38100" dir="2700000" algn="tl">
                    <a:srgbClr val="000000">
                      <a:alpha val="43137"/>
                    </a:srgbClr>
                  </a:outerShdw>
                </a:effectLst>
              </a:rPr>
              <a:t>1/2</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CEBDF781-A3C3-2338-32B9-EF313D4A5858}"/>
              </a:ext>
            </a:extLst>
          </p:cNvPr>
          <p:cNvSpPr>
            <a:spLocks noGrp="1" noChangeArrowheads="1"/>
          </p:cNvSpPr>
          <p:nvPr>
            <p:ph idx="1"/>
          </p:nvPr>
        </p:nvSpPr>
        <p:spPr>
          <a:xfrm>
            <a:off x="1078301" y="1600200"/>
            <a:ext cx="10342733"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zh-CN" altLang="en-US" sz="2800" b="1" dirty="0"/>
              <a:t>不要求具体实现</a:t>
            </a:r>
            <a:endParaRPr lang="en-US" altLang="zh-CN" sz="28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可采用开源模型</a:t>
            </a:r>
            <a:r>
              <a:rPr lang="en-US" altLang="zh-CN" sz="2400" b="1" dirty="0"/>
              <a:t>API</a:t>
            </a:r>
            <a:r>
              <a:rPr lang="zh-CN" altLang="en-US" sz="2400" b="1" dirty="0"/>
              <a:t>简化</a:t>
            </a:r>
            <a:r>
              <a:rPr lang="en-US" altLang="zh-CN" sz="2400" b="1" dirty="0"/>
              <a:t>LLM</a:t>
            </a:r>
            <a:r>
              <a:rPr lang="zh-CN" altLang="en-US" sz="2400" b="1" dirty="0"/>
              <a:t>集成</a:t>
            </a:r>
          </a:p>
          <a:p>
            <a:pPr marL="731012" lvl="1" indent="-320040" eaLnBrk="1" fontAlgn="auto" hangingPunct="1">
              <a:lnSpc>
                <a:spcPct val="90000"/>
              </a:lnSpc>
              <a:spcBef>
                <a:spcPts val="0"/>
              </a:spcBef>
              <a:spcAft>
                <a:spcPts val="0"/>
              </a:spcAft>
              <a:buFont typeface="Wingdings 2"/>
              <a:buChar char=""/>
              <a:defRPr/>
            </a:pPr>
            <a:r>
              <a:rPr lang="zh-CN" altLang="en-US" sz="2400" b="1" dirty="0"/>
              <a:t>必要处可使用伪代码描述核心算法</a:t>
            </a:r>
            <a:endParaRPr lang="en-US" altLang="zh-CN" sz="24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必要处可用流程图替代实际编码</a:t>
            </a:r>
            <a:endParaRPr lang="en-US" altLang="zh-CN" sz="2400" b="1" dirty="0"/>
          </a:p>
          <a:p>
            <a:pPr marL="438912" indent="-320040" eaLnBrk="1" fontAlgn="auto" hangingPunct="1">
              <a:lnSpc>
                <a:spcPct val="90000"/>
              </a:lnSpc>
              <a:spcBef>
                <a:spcPts val="0"/>
              </a:spcBef>
              <a:spcAft>
                <a:spcPts val="0"/>
              </a:spcAft>
              <a:buFont typeface="Wingdings 2"/>
              <a:buChar char=""/>
              <a:defRPr/>
            </a:pPr>
            <a:endParaRPr lang="en-US" altLang="zh-CN" sz="2800" b="1" dirty="0"/>
          </a:p>
          <a:p>
            <a:pPr marL="438912" indent="-320040" eaLnBrk="1" fontAlgn="auto" hangingPunct="1">
              <a:lnSpc>
                <a:spcPct val="90000"/>
              </a:lnSpc>
              <a:spcBef>
                <a:spcPts val="0"/>
              </a:spcBef>
              <a:spcAft>
                <a:spcPts val="0"/>
              </a:spcAft>
              <a:buFont typeface="Wingdings 2"/>
              <a:buChar char=""/>
              <a:defRPr/>
            </a:pPr>
            <a:endParaRPr lang="en-US" altLang="zh-CN" sz="2400" b="1" dirty="0"/>
          </a:p>
        </p:txBody>
      </p:sp>
    </p:spTree>
    <p:extLst>
      <p:ext uri="{BB962C8B-B14F-4D97-AF65-F5344CB8AC3E}">
        <p14:creationId xmlns:p14="http://schemas.microsoft.com/office/powerpoint/2010/main" val="382763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E38E8-EB27-2D74-58F9-49C767685CDB}"/>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550A84A5-6271-5A50-843F-679EB97E19DC}"/>
              </a:ext>
            </a:extLst>
          </p:cNvPr>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大作业说明与要求（</a:t>
            </a:r>
            <a:r>
              <a:rPr lang="en-US" altLang="zh-CN" sz="4000" dirty="0">
                <a:solidFill>
                  <a:srgbClr val="FFFF00"/>
                </a:solidFill>
                <a:effectLst>
                  <a:outerShdw blurRad="38100" dist="38100" dir="2700000" algn="tl">
                    <a:srgbClr val="000000">
                      <a:alpha val="43137"/>
                    </a:srgbClr>
                  </a:outerShdw>
                </a:effectLst>
              </a:rPr>
              <a:t>2/2</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a:extLst>
              <a:ext uri="{FF2B5EF4-FFF2-40B4-BE49-F238E27FC236}">
                <a16:creationId xmlns:a16="http://schemas.microsoft.com/office/drawing/2014/main" id="{26C7EA42-03D9-0CDF-8FE3-934B14E24BC9}"/>
              </a:ext>
            </a:extLst>
          </p:cNvPr>
          <p:cNvSpPr>
            <a:spLocks noGrp="1" noChangeArrowheads="1"/>
          </p:cNvSpPr>
          <p:nvPr>
            <p:ph idx="1"/>
          </p:nvPr>
        </p:nvSpPr>
        <p:spPr>
          <a:xfrm>
            <a:off x="1078301" y="1600200"/>
            <a:ext cx="10664520"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zh-CN" altLang="en-US" sz="2800" b="1" dirty="0"/>
              <a:t>要求：</a:t>
            </a:r>
          </a:p>
          <a:p>
            <a:pPr marL="731012" lvl="1" indent="-320040" eaLnBrk="1" fontAlgn="auto" hangingPunct="1">
              <a:lnSpc>
                <a:spcPct val="90000"/>
              </a:lnSpc>
              <a:spcBef>
                <a:spcPts val="0"/>
              </a:spcBef>
              <a:spcAft>
                <a:spcPts val="0"/>
              </a:spcAft>
              <a:buFont typeface="Wingdings 2"/>
              <a:buChar char=""/>
              <a:defRPr/>
            </a:pPr>
            <a:r>
              <a:rPr lang="zh-CN" altLang="en-US" sz="2400" b="1" dirty="0"/>
              <a:t>架构风格选择论证：</a:t>
            </a:r>
            <a:r>
              <a:rPr lang="zh-CN" altLang="en-US" sz="2400" dirty="0"/>
              <a:t>必须给出 两种备选风格，做 对比分析</a:t>
            </a:r>
          </a:p>
          <a:p>
            <a:pPr marL="731012" lvl="1" indent="-320040" eaLnBrk="1" fontAlgn="auto" hangingPunct="1">
              <a:lnSpc>
                <a:spcPct val="90000"/>
              </a:lnSpc>
              <a:spcBef>
                <a:spcPts val="0"/>
              </a:spcBef>
              <a:spcAft>
                <a:spcPts val="0"/>
              </a:spcAft>
              <a:buFont typeface="Wingdings 2"/>
              <a:buChar char=""/>
              <a:defRPr/>
            </a:pPr>
            <a:r>
              <a:rPr lang="zh-CN" altLang="en-US" sz="2400" b="1" dirty="0"/>
              <a:t>非功能性需求量化指标与场景适应性</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dirty="0"/>
              <a:t>量化指标（延迟、吞吐量、可用性）</a:t>
            </a:r>
            <a:endParaRPr lang="en-US" altLang="zh-CN" sz="2000" dirty="0"/>
          </a:p>
          <a:p>
            <a:pPr marL="996125" lvl="2" indent="-320040" eaLnBrk="1" fontAlgn="auto" hangingPunct="1">
              <a:lnSpc>
                <a:spcPct val="90000"/>
              </a:lnSpc>
              <a:spcBef>
                <a:spcPts val="0"/>
              </a:spcBef>
              <a:spcAft>
                <a:spcPts val="0"/>
              </a:spcAft>
              <a:buFont typeface="Wingdings 2"/>
              <a:buChar char=""/>
              <a:defRPr/>
            </a:pPr>
            <a:r>
              <a:rPr lang="zh-CN" altLang="en-US" sz="2000" dirty="0"/>
              <a:t>根据进阶约束或场景变化，说明架构如何适应不同条件</a:t>
            </a:r>
          </a:p>
          <a:p>
            <a:pPr marL="731012" lvl="1" indent="-320040" eaLnBrk="1" fontAlgn="auto" hangingPunct="1">
              <a:lnSpc>
                <a:spcPct val="90000"/>
              </a:lnSpc>
              <a:spcBef>
                <a:spcPts val="0"/>
              </a:spcBef>
              <a:spcAft>
                <a:spcPts val="0"/>
              </a:spcAft>
              <a:buFont typeface="Wingdings 2"/>
              <a:buChar char=""/>
              <a:defRPr/>
            </a:pPr>
            <a:r>
              <a:rPr lang="zh-CN" altLang="en-US" sz="2400" b="1" dirty="0"/>
              <a:t>关键技术组件选型对比</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dirty="0"/>
              <a:t>关键组件（如数据库、消息队列、</a:t>
            </a:r>
            <a:r>
              <a:rPr lang="en-US" altLang="zh-CN" sz="2000" dirty="0"/>
              <a:t>API</a:t>
            </a:r>
            <a:r>
              <a:rPr lang="zh-CN" altLang="en-US" sz="2000" dirty="0"/>
              <a:t>协议、</a:t>
            </a:r>
            <a:r>
              <a:rPr lang="en-US" altLang="zh-CN" sz="2000" dirty="0"/>
              <a:t>LLM</a:t>
            </a:r>
            <a:r>
              <a:rPr lang="zh-CN" altLang="en-US" sz="2000" dirty="0"/>
              <a:t>部署方式）选型对比表和选择理由</a:t>
            </a:r>
            <a:endParaRPr lang="en-US" altLang="zh-CN" sz="2000" dirty="0"/>
          </a:p>
          <a:p>
            <a:pPr marL="731012" lvl="1" indent="-320040" eaLnBrk="1" fontAlgn="auto" hangingPunct="1">
              <a:lnSpc>
                <a:spcPct val="90000"/>
              </a:lnSpc>
              <a:spcBef>
                <a:spcPts val="0"/>
              </a:spcBef>
              <a:spcAft>
                <a:spcPts val="0"/>
              </a:spcAft>
              <a:buFont typeface="Wingdings 2"/>
              <a:buChar char=""/>
              <a:defRPr/>
            </a:pPr>
            <a:r>
              <a:rPr lang="zh-CN" altLang="en-US" sz="2400" b="1" dirty="0"/>
              <a:t>技术视图</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功能需求模型（用例图、每个一级用例的说明与实现）</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核心类结构图</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子系统（组件）关系图（子系统间的依赖关系）</a:t>
            </a:r>
            <a:endParaRPr lang="en-US" altLang="zh-CN" sz="2000" b="1" dirty="0"/>
          </a:p>
          <a:p>
            <a:pPr marL="996125" lvl="2" indent="-320040" eaLnBrk="1" fontAlgn="auto" hangingPunct="1">
              <a:lnSpc>
                <a:spcPct val="90000"/>
              </a:lnSpc>
              <a:spcBef>
                <a:spcPts val="0"/>
              </a:spcBef>
              <a:spcAft>
                <a:spcPts val="0"/>
              </a:spcAft>
              <a:buFont typeface="Wingdings 2"/>
              <a:buChar char=""/>
              <a:defRPr/>
            </a:pPr>
            <a:r>
              <a:rPr lang="zh-CN" altLang="en-US" sz="2000" b="1" dirty="0"/>
              <a:t>系统部署图</a:t>
            </a:r>
            <a:endParaRPr lang="en-US" altLang="zh-CN" sz="2000" b="1" dirty="0"/>
          </a:p>
          <a:p>
            <a:pPr marL="731012" lvl="1" indent="-320040" eaLnBrk="1" fontAlgn="auto" hangingPunct="1">
              <a:lnSpc>
                <a:spcPct val="90000"/>
              </a:lnSpc>
              <a:spcBef>
                <a:spcPts val="0"/>
              </a:spcBef>
              <a:spcAft>
                <a:spcPts val="0"/>
              </a:spcAft>
              <a:buFont typeface="Wingdings 2"/>
              <a:buChar char=""/>
              <a:defRPr/>
            </a:pPr>
            <a:r>
              <a:rPr lang="zh-CN" altLang="en-US" sz="2400" b="1" dirty="0"/>
              <a:t>（进阶要求）设计决策记录</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dirty="0"/>
              <a:t>至少</a:t>
            </a:r>
            <a:r>
              <a:rPr lang="en-US" altLang="zh-CN" sz="2000" dirty="0"/>
              <a:t>3</a:t>
            </a:r>
            <a:r>
              <a:rPr lang="zh-CN" altLang="en-US" sz="2000" dirty="0"/>
              <a:t>个关键设计决策点（每个决策点包括备选方案、评估依据、最终选择、潜在代价）</a:t>
            </a:r>
            <a:endParaRPr lang="en-US" altLang="zh-CN" sz="2000" dirty="0"/>
          </a:p>
          <a:p>
            <a:pPr marL="731012" lvl="1" indent="-320040" eaLnBrk="1" fontAlgn="auto" hangingPunct="1">
              <a:lnSpc>
                <a:spcPct val="90000"/>
              </a:lnSpc>
              <a:spcBef>
                <a:spcPts val="0"/>
              </a:spcBef>
              <a:spcAft>
                <a:spcPts val="0"/>
              </a:spcAft>
              <a:buFont typeface="Wingdings 2"/>
              <a:buChar char=""/>
              <a:defRPr/>
            </a:pPr>
            <a:r>
              <a:rPr lang="en-US" altLang="zh-CN" sz="2400" b="1" dirty="0"/>
              <a:t>AI</a:t>
            </a:r>
            <a:r>
              <a:rPr lang="zh-CN" altLang="en-US" sz="2400" b="1" dirty="0"/>
              <a:t>使用声明与反思</a:t>
            </a:r>
            <a:endParaRPr lang="en-US" altLang="zh-CN" sz="2400" b="1" dirty="0"/>
          </a:p>
          <a:p>
            <a:pPr marL="996125" lvl="2" indent="-320040" eaLnBrk="1" fontAlgn="auto" hangingPunct="1">
              <a:lnSpc>
                <a:spcPct val="90000"/>
              </a:lnSpc>
              <a:spcBef>
                <a:spcPts val="0"/>
              </a:spcBef>
              <a:spcAft>
                <a:spcPts val="0"/>
              </a:spcAft>
              <a:buFont typeface="Wingdings 2"/>
              <a:buChar char=""/>
              <a:defRPr/>
            </a:pPr>
            <a:r>
              <a:rPr lang="zh-CN" altLang="en-US" sz="2000" dirty="0"/>
              <a:t>列出哪些内容由</a:t>
            </a:r>
            <a:r>
              <a:rPr lang="en-US" altLang="zh-CN" sz="2000" dirty="0"/>
              <a:t>AI</a:t>
            </a:r>
            <a:r>
              <a:rPr lang="zh-CN" altLang="en-US" sz="2000" dirty="0"/>
              <a:t>生成，哪些</a:t>
            </a:r>
            <a:r>
              <a:rPr lang="en-US" altLang="zh-CN" sz="2000" dirty="0"/>
              <a:t>AI</a:t>
            </a:r>
            <a:r>
              <a:rPr lang="zh-CN" altLang="en-US" sz="2000" dirty="0"/>
              <a:t>建议被采纳</a:t>
            </a:r>
            <a:r>
              <a:rPr lang="en-US" altLang="zh-CN" sz="2000" dirty="0"/>
              <a:t>/</a:t>
            </a:r>
            <a:r>
              <a:rPr lang="zh-CN" altLang="en-US" sz="2000" dirty="0"/>
              <a:t>未被采纳，以及理由</a:t>
            </a:r>
            <a:endParaRPr lang="en-US" altLang="zh-CN" sz="2000" dirty="0"/>
          </a:p>
          <a:p>
            <a:pPr marL="996125" lvl="2" indent="-320040" eaLnBrk="1" fontAlgn="auto" hangingPunct="1">
              <a:lnSpc>
                <a:spcPct val="90000"/>
              </a:lnSpc>
              <a:spcBef>
                <a:spcPts val="0"/>
              </a:spcBef>
              <a:spcAft>
                <a:spcPts val="0"/>
              </a:spcAft>
              <a:buFont typeface="Wingdings 2"/>
              <a:buChar char=""/>
              <a:defRPr/>
            </a:pPr>
            <a:r>
              <a:rPr lang="zh-CN" altLang="en-US" sz="2000" dirty="0"/>
              <a:t>总结</a:t>
            </a:r>
            <a:r>
              <a:rPr lang="en-US" altLang="zh-CN" sz="2000" dirty="0"/>
              <a:t>AI</a:t>
            </a:r>
            <a:r>
              <a:rPr lang="zh-CN" altLang="en-US" sz="2000" dirty="0"/>
              <a:t>对本次架构设计帮助最大的环节，以及存在哪些局限</a:t>
            </a:r>
            <a:endParaRPr lang="en-US" altLang="zh-CN" sz="2000" dirty="0"/>
          </a:p>
          <a:p>
            <a:pPr marL="438912" indent="-320040" eaLnBrk="1" fontAlgn="auto" hangingPunct="1">
              <a:lnSpc>
                <a:spcPct val="90000"/>
              </a:lnSpc>
              <a:spcBef>
                <a:spcPts val="0"/>
              </a:spcBef>
              <a:spcAft>
                <a:spcPts val="0"/>
              </a:spcAft>
              <a:buFont typeface="Wingdings 2"/>
              <a:buChar char=""/>
              <a:defRPr/>
            </a:pPr>
            <a:endParaRPr lang="en-US" altLang="zh-CN" sz="2400" b="1" dirty="0"/>
          </a:p>
        </p:txBody>
      </p:sp>
    </p:spTree>
    <p:extLst>
      <p:ext uri="{BB962C8B-B14F-4D97-AF65-F5344CB8AC3E}">
        <p14:creationId xmlns:p14="http://schemas.microsoft.com/office/powerpoint/2010/main" val="971166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大作业提交要求（</a:t>
            </a:r>
            <a:r>
              <a:rPr lang="en-US" altLang="zh-CN" sz="4000" dirty="0">
                <a:solidFill>
                  <a:srgbClr val="FFFF00"/>
                </a:solidFill>
                <a:effectLst>
                  <a:outerShdw blurRad="38100" dist="38100" dir="2700000" algn="tl">
                    <a:srgbClr val="000000">
                      <a:alpha val="43137"/>
                    </a:srgbClr>
                  </a:outerShdw>
                </a:effectLst>
              </a:rPr>
              <a:t>1/3</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p:cNvSpPr>
            <a:spLocks noGrp="1" noChangeArrowheads="1"/>
          </p:cNvSpPr>
          <p:nvPr>
            <p:ph idx="1"/>
          </p:nvPr>
        </p:nvSpPr>
        <p:spPr>
          <a:xfrm>
            <a:off x="1078302" y="1600200"/>
            <a:ext cx="9980762" cy="5329238"/>
          </a:xfrm>
        </p:spPr>
        <p:txBody>
          <a:bodyPr rtlCol="0">
            <a:normAutofit/>
          </a:bodyPr>
          <a:lstStyle/>
          <a:p>
            <a:pPr marL="438912" indent="-320040" eaLnBrk="1" fontAlgn="auto" hangingPunct="1">
              <a:spcBef>
                <a:spcPts val="0"/>
              </a:spcBef>
              <a:spcAft>
                <a:spcPts val="0"/>
              </a:spcAft>
              <a:buFont typeface="Wingdings 2"/>
              <a:buChar char=""/>
              <a:defRPr/>
            </a:pPr>
            <a:r>
              <a:rPr lang="en-US" altLang="zh-CN" sz="2000" b="1" dirty="0"/>
              <a:t>1. </a:t>
            </a:r>
            <a:r>
              <a:rPr lang="zh-CN" altLang="en-US" sz="2000" b="1" dirty="0"/>
              <a:t>封面（见模板）</a:t>
            </a:r>
            <a:r>
              <a:rPr lang="zh-CN" altLang="en-US" sz="2000" b="1" dirty="0">
                <a:solidFill>
                  <a:srgbClr val="FF0000"/>
                </a:solidFill>
              </a:rPr>
              <a:t>务必要写清</a:t>
            </a:r>
            <a:r>
              <a:rPr lang="zh-CN" altLang="en-US" sz="2000" b="1" dirty="0"/>
              <a:t>：</a:t>
            </a:r>
          </a:p>
          <a:p>
            <a:pPr marL="731520" lvl="1" indent="-274320" eaLnBrk="1" fontAlgn="auto" hangingPunct="1">
              <a:spcAft>
                <a:spcPts val="0"/>
              </a:spcAft>
              <a:buFont typeface="Wingdings"/>
              <a:buChar char=""/>
              <a:defRPr/>
            </a:pPr>
            <a:r>
              <a:rPr lang="zh-CN" altLang="en-US" sz="1800" b="1" dirty="0">
                <a:latin typeface="楷体" pitchFamily="49" charset="-122"/>
                <a:ea typeface="楷体" pitchFamily="49" charset="-122"/>
              </a:rPr>
              <a:t>所选题目，如：</a:t>
            </a:r>
            <a:r>
              <a:rPr lang="en-US" altLang="zh-CN" sz="1800" b="1" dirty="0"/>
              <a:t> </a:t>
            </a:r>
            <a:r>
              <a:rPr lang="zh-CN" altLang="en-US" sz="1800" b="1" dirty="0"/>
              <a:t>智能医疗问诊记录分析平台</a:t>
            </a:r>
            <a:endParaRPr lang="zh-CN" altLang="en-US" sz="1800" b="1" dirty="0">
              <a:latin typeface="楷体" pitchFamily="49" charset="-122"/>
              <a:ea typeface="楷体" pitchFamily="49" charset="-122"/>
            </a:endParaRPr>
          </a:p>
          <a:p>
            <a:pPr marL="731520" lvl="1" indent="-274320" eaLnBrk="1" fontAlgn="auto" hangingPunct="1">
              <a:spcAft>
                <a:spcPts val="0"/>
              </a:spcAft>
              <a:buFont typeface="Wingdings"/>
              <a:buChar char=""/>
              <a:defRPr/>
            </a:pPr>
            <a:r>
              <a:rPr lang="zh-CN" altLang="en-US" sz="1800" b="1" dirty="0">
                <a:latin typeface="楷体" pitchFamily="49" charset="-122"/>
                <a:ea typeface="楷体" pitchFamily="49" charset="-122"/>
              </a:rPr>
              <a:t>小组编号，如</a:t>
            </a:r>
            <a:r>
              <a:rPr lang="en-US" altLang="zh-CN" sz="1800" b="1" dirty="0">
                <a:latin typeface="楷体" pitchFamily="49" charset="-122"/>
                <a:ea typeface="楷体" pitchFamily="49" charset="-122"/>
              </a:rPr>
              <a:t>:Team 01</a:t>
            </a:r>
            <a:r>
              <a:rPr lang="zh-CN" altLang="en-US" sz="1800" b="1" dirty="0">
                <a:latin typeface="楷体" pitchFamily="49" charset="-122"/>
                <a:ea typeface="楷体" pitchFamily="49" charset="-122"/>
              </a:rPr>
              <a:t>、</a:t>
            </a:r>
            <a:r>
              <a:rPr lang="en-US" altLang="zh-CN" sz="1800" b="1" dirty="0">
                <a:latin typeface="楷体" pitchFamily="49" charset="-122"/>
                <a:ea typeface="楷体" pitchFamily="49" charset="-122"/>
              </a:rPr>
              <a:t>Team 42</a:t>
            </a:r>
            <a:endParaRPr lang="zh-CN" altLang="en-US" sz="1800" b="1" dirty="0">
              <a:latin typeface="楷体" pitchFamily="49" charset="-122"/>
              <a:ea typeface="楷体" pitchFamily="49" charset="-122"/>
            </a:endParaRPr>
          </a:p>
          <a:p>
            <a:pPr marL="731520" lvl="1" indent="-274320" eaLnBrk="1" fontAlgn="auto" hangingPunct="1">
              <a:spcAft>
                <a:spcPts val="0"/>
              </a:spcAft>
              <a:buFont typeface="Wingdings"/>
              <a:buChar char=""/>
              <a:defRPr/>
            </a:pPr>
            <a:r>
              <a:rPr lang="zh-CN" altLang="en-US" sz="1800" b="1" dirty="0">
                <a:latin typeface="楷体" pitchFamily="49" charset="-122"/>
                <a:ea typeface="楷体" pitchFamily="49" charset="-122"/>
              </a:rPr>
              <a:t>小组各成员的学号、姓名、</a:t>
            </a:r>
            <a:r>
              <a:rPr lang="zh-CN" altLang="en-US" sz="1800" b="1" dirty="0">
                <a:solidFill>
                  <a:srgbClr val="FF0000"/>
                </a:solidFill>
                <a:latin typeface="楷体" pitchFamily="49" charset="-122"/>
                <a:ea typeface="楷体" pitchFamily="49" charset="-122"/>
              </a:rPr>
              <a:t>贡献百分比（小组总和为</a:t>
            </a:r>
            <a:r>
              <a:rPr lang="en-US" altLang="zh-CN" sz="1800" b="1" dirty="0">
                <a:solidFill>
                  <a:srgbClr val="FF0000"/>
                </a:solidFill>
                <a:latin typeface="楷体" pitchFamily="49" charset="-122"/>
                <a:ea typeface="楷体" pitchFamily="49" charset="-122"/>
              </a:rPr>
              <a:t>100%</a:t>
            </a:r>
            <a:r>
              <a:rPr lang="zh-CN" altLang="en-US" sz="1800" b="1" dirty="0">
                <a:solidFill>
                  <a:srgbClr val="FF0000"/>
                </a:solidFill>
                <a:latin typeface="楷体" pitchFamily="49" charset="-122"/>
                <a:ea typeface="楷体" pitchFamily="49" charset="-122"/>
              </a:rPr>
              <a:t>）</a:t>
            </a:r>
            <a:r>
              <a:rPr lang="zh-CN" altLang="en-US" sz="1800" b="1" dirty="0">
                <a:latin typeface="楷体" pitchFamily="49" charset="-122"/>
                <a:ea typeface="楷体" pitchFamily="49" charset="-122"/>
              </a:rPr>
              <a:t>、</a:t>
            </a:r>
            <a:r>
              <a:rPr lang="zh-CN" altLang="en-US" sz="1800" b="1" dirty="0">
                <a:solidFill>
                  <a:srgbClr val="FF0000"/>
                </a:solidFill>
                <a:latin typeface="楷体" pitchFamily="49" charset="-122"/>
                <a:ea typeface="楷体" pitchFamily="49" charset="-122"/>
              </a:rPr>
              <a:t>手写电子签名</a:t>
            </a:r>
            <a:endParaRPr lang="en-US" altLang="zh-CN" sz="1800" b="1" dirty="0">
              <a:solidFill>
                <a:srgbClr val="FF0000"/>
              </a:solidFill>
              <a:latin typeface="楷体" pitchFamily="49" charset="-122"/>
              <a:ea typeface="楷体" pitchFamily="49" charset="-122"/>
            </a:endParaRPr>
          </a:p>
          <a:p>
            <a:pPr marL="996633" lvl="2" indent="-274320" eaLnBrk="1" fontAlgn="auto" hangingPunct="1">
              <a:spcAft>
                <a:spcPts val="0"/>
              </a:spcAft>
              <a:buFont typeface="Wingdings"/>
              <a:buChar char=""/>
              <a:defRPr/>
            </a:pPr>
            <a:r>
              <a:rPr lang="zh-CN" altLang="en-US" sz="1400" b="1" dirty="0">
                <a:solidFill>
                  <a:srgbClr val="FF0000"/>
                </a:solidFill>
                <a:latin typeface="楷体" pitchFamily="49" charset="-122"/>
                <a:ea typeface="楷体" pitchFamily="49" charset="-122"/>
              </a:rPr>
              <a:t>大作业个人最终得分 </a:t>
            </a:r>
            <a:r>
              <a:rPr lang="en-US" altLang="zh-CN" sz="1400" b="1" dirty="0">
                <a:solidFill>
                  <a:srgbClr val="FF0000"/>
                </a:solidFill>
                <a:latin typeface="楷体" pitchFamily="49" charset="-122"/>
                <a:ea typeface="楷体" pitchFamily="49" charset="-122"/>
              </a:rPr>
              <a:t>= </a:t>
            </a:r>
            <a:r>
              <a:rPr lang="zh-CN" altLang="en-US" sz="1400" b="1" dirty="0">
                <a:solidFill>
                  <a:srgbClr val="FF0000"/>
                </a:solidFill>
                <a:latin typeface="楷体" pitchFamily="49" charset="-122"/>
                <a:ea typeface="楷体" pitchFamily="49" charset="-122"/>
              </a:rPr>
              <a:t>大作业小组得分 * 小组人数 * 个人贡献百分比，且不可超过</a:t>
            </a:r>
            <a:r>
              <a:rPr lang="en-US" altLang="zh-CN" sz="1400" b="1" dirty="0">
                <a:solidFill>
                  <a:srgbClr val="FF0000"/>
                </a:solidFill>
                <a:latin typeface="楷体" pitchFamily="49" charset="-122"/>
                <a:ea typeface="楷体" pitchFamily="49" charset="-122"/>
              </a:rPr>
              <a:t>100</a:t>
            </a:r>
            <a:r>
              <a:rPr lang="zh-CN" altLang="en-US" sz="1400" b="1" dirty="0">
                <a:solidFill>
                  <a:srgbClr val="FF0000"/>
                </a:solidFill>
                <a:latin typeface="楷体" pitchFamily="49" charset="-122"/>
                <a:ea typeface="楷体" pitchFamily="49" charset="-122"/>
              </a:rPr>
              <a:t>分。</a:t>
            </a:r>
            <a:endParaRPr lang="en-US" altLang="zh-CN" sz="1400" b="1" dirty="0">
              <a:solidFill>
                <a:srgbClr val="FF0000"/>
              </a:solidFill>
              <a:latin typeface="楷体" pitchFamily="49" charset="-122"/>
              <a:ea typeface="楷体" pitchFamily="49" charset="-122"/>
            </a:endParaRPr>
          </a:p>
          <a:p>
            <a:pPr marL="731520" lvl="1" indent="-274320" eaLnBrk="1" fontAlgn="auto" hangingPunct="1">
              <a:spcAft>
                <a:spcPts val="0"/>
              </a:spcAft>
              <a:buFont typeface="Wingdings"/>
              <a:buChar char=""/>
              <a:defRPr/>
            </a:pPr>
            <a:r>
              <a:rPr lang="zh-CN" altLang="en-US" sz="1800" b="1" dirty="0">
                <a:latin typeface="楷体" pitchFamily="49" charset="-122"/>
                <a:ea typeface="楷体" pitchFamily="49" charset="-122"/>
              </a:rPr>
              <a:t>大作业封面的</a:t>
            </a:r>
            <a:r>
              <a:rPr lang="zh-CN" altLang="en-US" sz="1800" b="1" dirty="0">
                <a:solidFill>
                  <a:srgbClr val="FF0000"/>
                </a:solidFill>
                <a:latin typeface="楷体" pitchFamily="49" charset="-122"/>
                <a:ea typeface="楷体" pitchFamily="49" charset="-122"/>
              </a:rPr>
              <a:t>参考模板</a:t>
            </a:r>
            <a:r>
              <a:rPr lang="zh-CN" altLang="en-US" sz="1800" b="1" dirty="0">
                <a:latin typeface="楷体" pitchFamily="49" charset="-122"/>
                <a:ea typeface="楷体" pitchFamily="49" charset="-122"/>
              </a:rPr>
              <a:t>见后文说明</a:t>
            </a:r>
            <a:endParaRPr lang="en-US" altLang="zh-CN" sz="1800" b="1" dirty="0">
              <a:latin typeface="楷体" pitchFamily="49" charset="-122"/>
              <a:ea typeface="楷体" pitchFamily="49" charset="-122"/>
            </a:endParaRPr>
          </a:p>
          <a:p>
            <a:pPr marL="1217295" lvl="3" indent="-274320" eaLnBrk="1" fontAlgn="auto" hangingPunct="1">
              <a:spcAft>
                <a:spcPts val="0"/>
              </a:spcAft>
              <a:buFont typeface="Wingdings"/>
              <a:buChar char=""/>
              <a:defRPr/>
            </a:pPr>
            <a:endParaRPr lang="en-US" altLang="zh-CN" sz="1400" b="1" dirty="0">
              <a:latin typeface="楷体" pitchFamily="49" charset="-122"/>
              <a:ea typeface="楷体" pitchFamily="49" charset="-122"/>
            </a:endParaRPr>
          </a:p>
          <a:p>
            <a:pPr marL="438912" indent="-320040" eaLnBrk="1" fontAlgn="auto" hangingPunct="1">
              <a:lnSpc>
                <a:spcPct val="90000"/>
              </a:lnSpc>
              <a:spcBef>
                <a:spcPts val="0"/>
              </a:spcBef>
              <a:spcAft>
                <a:spcPts val="0"/>
              </a:spcAft>
              <a:buFont typeface="Wingdings 2"/>
              <a:buChar char=""/>
              <a:defRPr/>
            </a:pPr>
            <a:r>
              <a:rPr lang="en-US" altLang="zh-CN" sz="2000" b="1" dirty="0"/>
              <a:t>2. </a:t>
            </a:r>
            <a:r>
              <a:rPr lang="en-US" altLang="zh-CN" sz="2000" b="1" dirty="0">
                <a:latin typeface="Verdana" panose="020B0604030504040204" pitchFamily="34" charset="0"/>
                <a:ea typeface="Verdana" panose="020B0604030504040204" pitchFamily="34" charset="0"/>
              </a:rPr>
              <a:t>2026-05-10</a:t>
            </a:r>
            <a:r>
              <a:rPr lang="zh-CN" altLang="en-US" sz="2000" b="1" dirty="0"/>
              <a:t>（星期日）上午</a:t>
            </a:r>
            <a:r>
              <a:rPr lang="en-US" altLang="zh-CN" sz="2000" b="1" dirty="0"/>
              <a:t>9</a:t>
            </a:r>
            <a:r>
              <a:rPr lang="zh-CN" altLang="en-US" sz="2000" b="1" dirty="0"/>
              <a:t>点前提交</a:t>
            </a:r>
            <a:r>
              <a:rPr lang="zh-CN" altLang="en-US" sz="2000" b="1" dirty="0">
                <a:solidFill>
                  <a:srgbClr val="FF0000"/>
                </a:solidFill>
              </a:rPr>
              <a:t>电子版</a:t>
            </a:r>
            <a:r>
              <a:rPr lang="zh-CN" altLang="en-US" sz="2000" b="1" dirty="0"/>
              <a:t>，为便于统一管理，要求：</a:t>
            </a:r>
            <a:endParaRPr lang="en-US" altLang="zh-CN" sz="2000" b="1" dirty="0"/>
          </a:p>
          <a:p>
            <a:pPr marL="731520" lvl="1" indent="-274320" eaLnBrk="1" fontAlgn="auto" hangingPunct="1">
              <a:lnSpc>
                <a:spcPct val="90000"/>
              </a:lnSpc>
              <a:spcAft>
                <a:spcPts val="0"/>
              </a:spcAft>
              <a:buFont typeface="Wingdings"/>
              <a:buChar char=""/>
              <a:defRPr/>
            </a:pPr>
            <a:r>
              <a:rPr lang="zh-CN" altLang="en-US" sz="1800" b="1" dirty="0">
                <a:solidFill>
                  <a:srgbClr val="FF0000"/>
                </a:solidFill>
                <a:latin typeface="楷体" pitchFamily="49" charset="-122"/>
                <a:ea typeface="楷体" pitchFamily="49" charset="-122"/>
              </a:rPr>
              <a:t>必须转换为</a:t>
            </a:r>
            <a:r>
              <a:rPr lang="en-US" altLang="zh-CN" sz="1800" b="1" dirty="0">
                <a:solidFill>
                  <a:srgbClr val="FF0000"/>
                </a:solidFill>
                <a:latin typeface="楷体" pitchFamily="49" charset="-122"/>
                <a:ea typeface="楷体" pitchFamily="49" charset="-122"/>
              </a:rPr>
              <a:t>PDF</a:t>
            </a:r>
            <a:r>
              <a:rPr lang="zh-CN" altLang="en-US" sz="1800" b="1" dirty="0">
                <a:solidFill>
                  <a:srgbClr val="FF0000"/>
                </a:solidFill>
                <a:latin typeface="楷体" pitchFamily="49" charset="-122"/>
                <a:ea typeface="楷体" pitchFamily="49" charset="-122"/>
              </a:rPr>
              <a:t>格式</a:t>
            </a:r>
            <a:r>
              <a:rPr lang="zh-CN" altLang="en-US" sz="1800" b="1" dirty="0">
                <a:latin typeface="楷体" pitchFamily="49" charset="-122"/>
                <a:ea typeface="楷体" pitchFamily="49" charset="-122"/>
              </a:rPr>
              <a:t>，</a:t>
            </a:r>
            <a:r>
              <a:rPr lang="zh-CN" altLang="en-US" sz="1800" b="1" dirty="0">
                <a:solidFill>
                  <a:srgbClr val="FF0000"/>
                </a:solidFill>
                <a:latin typeface="楷体" pitchFamily="49" charset="-122"/>
                <a:ea typeface="楷体" pitchFamily="49" charset="-122"/>
              </a:rPr>
              <a:t>不接受</a:t>
            </a:r>
            <a:r>
              <a:rPr lang="en-US" altLang="zh-CN" sz="1800" b="1" dirty="0">
                <a:solidFill>
                  <a:srgbClr val="FF0000"/>
                </a:solidFill>
                <a:latin typeface="楷体" pitchFamily="49" charset="-122"/>
                <a:ea typeface="楷体" pitchFamily="49" charset="-122"/>
              </a:rPr>
              <a:t>Word</a:t>
            </a:r>
            <a:r>
              <a:rPr lang="zh-CN" altLang="en-US" sz="1800" b="1" dirty="0">
                <a:solidFill>
                  <a:srgbClr val="FF0000"/>
                </a:solidFill>
                <a:latin typeface="楷体" pitchFamily="49" charset="-122"/>
                <a:ea typeface="楷体" pitchFamily="49" charset="-122"/>
              </a:rPr>
              <a:t>格式或其他格式</a:t>
            </a:r>
            <a:r>
              <a:rPr lang="zh-CN" altLang="en-US" sz="1800" b="1" dirty="0">
                <a:latin typeface="楷体" pitchFamily="49" charset="-122"/>
                <a:ea typeface="楷体" pitchFamily="49" charset="-122"/>
              </a:rPr>
              <a:t>，如遇到会要求修改并重新提交</a:t>
            </a:r>
            <a:endParaRPr lang="en-US" altLang="zh-CN" sz="1800" b="1" dirty="0">
              <a:latin typeface="楷体" pitchFamily="49" charset="-122"/>
              <a:ea typeface="楷体" pitchFamily="49" charset="-122"/>
            </a:endParaRPr>
          </a:p>
          <a:p>
            <a:pPr marL="996633" lvl="2" indent="-274320" eaLnBrk="1" fontAlgn="auto" hangingPunct="1">
              <a:lnSpc>
                <a:spcPct val="90000"/>
              </a:lnSpc>
              <a:spcAft>
                <a:spcPts val="0"/>
              </a:spcAft>
              <a:buFont typeface="Wingdings"/>
              <a:buChar char=""/>
              <a:defRPr/>
            </a:pPr>
            <a:r>
              <a:rPr lang="en-US" altLang="zh-CN" sz="1600" b="1" dirty="0">
                <a:latin typeface="楷体" pitchFamily="49" charset="-122"/>
                <a:ea typeface="楷体" pitchFamily="49" charset="-122"/>
              </a:rPr>
              <a:t>Word</a:t>
            </a:r>
            <a:r>
              <a:rPr lang="zh-CN" altLang="en-US" sz="1600" b="1" dirty="0">
                <a:latin typeface="楷体" pitchFamily="49" charset="-122"/>
                <a:ea typeface="楷体" pitchFamily="49" charset="-122"/>
              </a:rPr>
              <a:t>格式在不同平台电脑之间</a:t>
            </a:r>
            <a:r>
              <a:rPr lang="zh-CN" altLang="en-US" sz="1600" b="1" dirty="0">
                <a:solidFill>
                  <a:srgbClr val="FF0000"/>
                </a:solidFill>
                <a:latin typeface="楷体" pitchFamily="49" charset="-122"/>
                <a:ea typeface="楷体" pitchFamily="49" charset="-122"/>
              </a:rPr>
              <a:t>可能出现格式错乱</a:t>
            </a:r>
            <a:r>
              <a:rPr lang="zh-CN" altLang="en-US" sz="1600" b="1">
                <a:solidFill>
                  <a:srgbClr val="FF0000"/>
                </a:solidFill>
                <a:latin typeface="楷体" pitchFamily="49" charset="-122"/>
                <a:ea typeface="楷体" pitchFamily="49" charset="-122"/>
              </a:rPr>
              <a:t>、无法正常阅读</a:t>
            </a:r>
            <a:endParaRPr lang="en-US" altLang="zh-CN" sz="1600" b="1" dirty="0">
              <a:solidFill>
                <a:srgbClr val="FF0000"/>
              </a:solidFill>
              <a:latin typeface="楷体" pitchFamily="49" charset="-122"/>
              <a:ea typeface="楷体" pitchFamily="49" charset="-122"/>
            </a:endParaRPr>
          </a:p>
          <a:p>
            <a:pPr marL="996633" lvl="2" indent="-274320" eaLnBrk="1" fontAlgn="auto" hangingPunct="1">
              <a:lnSpc>
                <a:spcPct val="90000"/>
              </a:lnSpc>
              <a:spcAft>
                <a:spcPts val="0"/>
              </a:spcAft>
              <a:buFont typeface="Wingdings"/>
              <a:buChar char=""/>
              <a:defRPr/>
            </a:pPr>
            <a:r>
              <a:rPr lang="zh-CN" altLang="en-US" sz="1600" b="1" dirty="0">
                <a:latin typeface="楷体" pitchFamily="49" charset="-122"/>
                <a:ea typeface="楷体" pitchFamily="49" charset="-122"/>
              </a:rPr>
              <a:t>可以用</a:t>
            </a:r>
            <a:r>
              <a:rPr lang="en-US" altLang="zh-CN" sz="1600" b="1" dirty="0">
                <a:latin typeface="楷体" pitchFamily="49" charset="-122"/>
                <a:ea typeface="楷体" pitchFamily="49" charset="-122"/>
              </a:rPr>
              <a:t>WPS</a:t>
            </a:r>
            <a:r>
              <a:rPr lang="zh-CN" altLang="en-US" sz="1600" b="1" dirty="0">
                <a:latin typeface="楷体" pitchFamily="49" charset="-122"/>
                <a:ea typeface="楷体" pitchFamily="49" charset="-122"/>
              </a:rPr>
              <a:t>、</a:t>
            </a:r>
            <a:r>
              <a:rPr lang="en-US" altLang="zh-CN" sz="1600" b="1" dirty="0">
                <a:latin typeface="楷体" pitchFamily="49" charset="-122"/>
                <a:ea typeface="楷体" pitchFamily="49" charset="-122"/>
              </a:rPr>
              <a:t>Word</a:t>
            </a:r>
            <a:r>
              <a:rPr lang="zh-CN" altLang="en-US" sz="1600" b="1" dirty="0">
                <a:latin typeface="楷体" pitchFamily="49" charset="-122"/>
                <a:ea typeface="楷体" pitchFamily="49" charset="-122"/>
              </a:rPr>
              <a:t>编辑文档，最后</a:t>
            </a:r>
            <a:r>
              <a:rPr lang="zh-CN" altLang="en-US" sz="1600" b="1" dirty="0">
                <a:solidFill>
                  <a:srgbClr val="FF0000"/>
                </a:solidFill>
                <a:latin typeface="楷体" pitchFamily="49" charset="-122"/>
                <a:ea typeface="楷体" pitchFamily="49" charset="-122"/>
              </a:rPr>
              <a:t>另存为</a:t>
            </a:r>
            <a:r>
              <a:rPr lang="en-US" altLang="zh-CN" sz="1600" b="1" dirty="0">
                <a:solidFill>
                  <a:srgbClr val="FF0000"/>
                </a:solidFill>
                <a:latin typeface="楷体" pitchFamily="49" charset="-122"/>
                <a:ea typeface="楷体" pitchFamily="49" charset="-122"/>
              </a:rPr>
              <a:t>PDF</a:t>
            </a:r>
            <a:r>
              <a:rPr lang="zh-CN" altLang="en-US" sz="1600" b="1" dirty="0">
                <a:solidFill>
                  <a:srgbClr val="FF0000"/>
                </a:solidFill>
                <a:latin typeface="楷体" pitchFamily="49" charset="-122"/>
                <a:ea typeface="楷体" pitchFamily="49" charset="-122"/>
              </a:rPr>
              <a:t>格式</a:t>
            </a:r>
            <a:endParaRPr lang="en-US" altLang="zh-CN" sz="1600" b="1" dirty="0">
              <a:solidFill>
                <a:srgbClr val="FF0000"/>
              </a:solidFill>
              <a:latin typeface="楷体" pitchFamily="49" charset="-122"/>
              <a:ea typeface="楷体" pitchFamily="49" charset="-122"/>
            </a:endParaRPr>
          </a:p>
          <a:p>
            <a:pPr marL="1217295" lvl="3" indent="-274320" eaLnBrk="1" fontAlgn="auto" hangingPunct="1">
              <a:lnSpc>
                <a:spcPct val="90000"/>
              </a:lnSpc>
              <a:spcAft>
                <a:spcPts val="0"/>
              </a:spcAft>
              <a:buFont typeface="Wingdings"/>
              <a:buChar char=""/>
              <a:defRPr/>
            </a:pPr>
            <a:endParaRPr lang="zh-CN" altLang="en-US" sz="1200" b="1" dirty="0">
              <a:latin typeface="楷体" pitchFamily="49" charset="-122"/>
              <a:ea typeface="楷体" pitchFamily="49" charset="-122"/>
            </a:endParaRPr>
          </a:p>
          <a:p>
            <a:pPr marL="731520" lvl="1" indent="-274320" eaLnBrk="1" fontAlgn="auto" hangingPunct="1">
              <a:lnSpc>
                <a:spcPct val="90000"/>
              </a:lnSpc>
              <a:spcAft>
                <a:spcPts val="0"/>
              </a:spcAft>
              <a:buFont typeface="Wingdings"/>
              <a:buChar char=""/>
              <a:defRPr/>
            </a:pPr>
            <a:r>
              <a:rPr lang="zh-CN" altLang="en-US" sz="1800" b="1" dirty="0">
                <a:latin typeface="楷体" pitchFamily="49" charset="-122"/>
                <a:ea typeface="楷体" pitchFamily="49" charset="-122"/>
              </a:rPr>
              <a:t>电子版文件名格式必须如下设置：</a:t>
            </a:r>
          </a:p>
          <a:p>
            <a:pPr marL="996633" lvl="2" indent="-274320" eaLnBrk="1" fontAlgn="auto" hangingPunct="1">
              <a:lnSpc>
                <a:spcPct val="90000"/>
              </a:lnSpc>
              <a:spcAft>
                <a:spcPts val="0"/>
              </a:spcAft>
              <a:buFont typeface="Wingdings"/>
              <a:buChar char=""/>
              <a:defRPr/>
            </a:pPr>
            <a:r>
              <a:rPr lang="en-US" altLang="zh-CN" sz="1600" b="1" dirty="0">
                <a:latin typeface="Verdana" pitchFamily="34" charset="0"/>
              </a:rPr>
              <a:t>2026-SA-T##-S%%.pdf</a:t>
            </a:r>
          </a:p>
          <a:p>
            <a:pPr marL="996633" lvl="2" indent="-274320" eaLnBrk="1" fontAlgn="auto" hangingPunct="1">
              <a:lnSpc>
                <a:spcPct val="90000"/>
              </a:lnSpc>
              <a:spcAft>
                <a:spcPts val="0"/>
              </a:spcAft>
              <a:buFont typeface="Wingdings"/>
              <a:buChar char=""/>
              <a:defRPr/>
            </a:pPr>
            <a:r>
              <a:rPr lang="en-US" altLang="zh-CN" sz="1600" b="1" dirty="0">
                <a:latin typeface="楷体" pitchFamily="49" charset="-122"/>
                <a:ea typeface="楷体" pitchFamily="49" charset="-122"/>
              </a:rPr>
              <a:t>##</a:t>
            </a:r>
            <a:r>
              <a:rPr lang="zh-CN" altLang="en-US" sz="1600" b="1" dirty="0">
                <a:latin typeface="楷体" pitchFamily="49" charset="-122"/>
                <a:ea typeface="楷体" pitchFamily="49" charset="-122"/>
              </a:rPr>
              <a:t>为表示小组编号的两位数字（取值</a:t>
            </a:r>
            <a:r>
              <a:rPr lang="en-US" altLang="zh-CN" sz="1600" b="1" dirty="0">
                <a:latin typeface="楷体" pitchFamily="49" charset="-122"/>
                <a:ea typeface="楷体" pitchFamily="49" charset="-122"/>
              </a:rPr>
              <a:t>01-</a:t>
            </a:r>
            <a:r>
              <a:rPr lang="zh-CN" altLang="en-US" sz="1600" b="1" dirty="0">
                <a:latin typeface="楷体" pitchFamily="49" charset="-122"/>
                <a:ea typeface="楷体" pitchFamily="49" charset="-122"/>
              </a:rPr>
              <a:t>最大小组编号），</a:t>
            </a:r>
          </a:p>
          <a:p>
            <a:pPr marL="996633" lvl="2" indent="-274320" eaLnBrk="1" fontAlgn="auto" hangingPunct="1">
              <a:lnSpc>
                <a:spcPct val="90000"/>
              </a:lnSpc>
              <a:spcAft>
                <a:spcPts val="0"/>
              </a:spcAft>
              <a:buFont typeface="Wingdings"/>
              <a:buChar char=""/>
              <a:defRPr/>
            </a:pPr>
            <a:r>
              <a:rPr lang="en-US" altLang="zh-CN" sz="1600" b="1" dirty="0">
                <a:latin typeface="楷体" pitchFamily="49" charset="-122"/>
                <a:ea typeface="楷体" pitchFamily="49" charset="-122"/>
              </a:rPr>
              <a:t>%%</a:t>
            </a:r>
            <a:r>
              <a:rPr lang="zh-CN" altLang="en-US" sz="1600" b="1" dirty="0">
                <a:latin typeface="楷体" pitchFamily="49" charset="-122"/>
                <a:ea typeface="楷体" pitchFamily="49" charset="-122"/>
              </a:rPr>
              <a:t>为所选题目编号的两位数字（取值</a:t>
            </a:r>
            <a:r>
              <a:rPr lang="en-US" altLang="zh-CN" sz="1600" b="1" dirty="0">
                <a:latin typeface="楷体" pitchFamily="49" charset="-122"/>
                <a:ea typeface="楷体" pitchFamily="49" charset="-122"/>
              </a:rPr>
              <a:t>01-06</a:t>
            </a:r>
            <a:r>
              <a:rPr lang="zh-CN" altLang="en-US" sz="1600" b="1" dirty="0">
                <a:latin typeface="楷体" pitchFamily="49" charset="-122"/>
                <a:ea typeface="楷体" pitchFamily="49" charset="-122"/>
              </a:rPr>
              <a:t>），编号与题目对应如下：</a:t>
            </a:r>
          </a:p>
          <a:p>
            <a:pPr marL="996125" lvl="2" indent="-320040" eaLnBrk="1" fontAlgn="auto" hangingPunct="1">
              <a:lnSpc>
                <a:spcPct val="90000"/>
              </a:lnSpc>
              <a:spcBef>
                <a:spcPts val="0"/>
              </a:spcBef>
              <a:spcAft>
                <a:spcPts val="0"/>
              </a:spcAft>
              <a:buFont typeface="Wingdings 2"/>
              <a:buChar char=""/>
              <a:defRPr/>
            </a:pPr>
            <a:endParaRPr lang="en-US" altLang="zh-CN" sz="1200" b="1" dirty="0">
              <a:latin typeface="楷体" pitchFamily="49" charset="-122"/>
              <a:ea typeface="楷体" pitchFamily="49" charset="-122"/>
            </a:endParaRPr>
          </a:p>
          <a:p>
            <a:pPr marL="438912" indent="-320040" eaLnBrk="1" fontAlgn="auto" hangingPunct="1">
              <a:lnSpc>
                <a:spcPct val="90000"/>
              </a:lnSpc>
              <a:spcBef>
                <a:spcPts val="0"/>
              </a:spcBef>
              <a:spcAft>
                <a:spcPts val="0"/>
              </a:spcAft>
              <a:buFont typeface="Wingdings 2"/>
              <a:buChar char=""/>
              <a:defRPr/>
            </a:pPr>
            <a:endParaRPr lang="en-US" altLang="zh-CN" sz="1600" b="1" dirty="0">
              <a:latin typeface="Verdana" pitchFamily="34" charset="0"/>
              <a:ea typeface="Verdana" pitchFamily="34" charset="0"/>
              <a:cs typeface="Verdana"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a:xfrm>
            <a:off x="1121435" y="1568336"/>
            <a:ext cx="10152922" cy="5168899"/>
          </a:xfrm>
        </p:spPr>
        <p:txBody>
          <a:bodyPr rtlCol="0">
            <a:normAutofit/>
          </a:bodyPr>
          <a:lstStyle/>
          <a:p>
            <a:pPr marL="731583" lvl="1" eaLnBrk="1" fontAlgn="auto" hangingPunct="1">
              <a:lnSpc>
                <a:spcPct val="90000"/>
              </a:lnSpc>
              <a:spcAft>
                <a:spcPts val="0"/>
              </a:spcAft>
              <a:buClr>
                <a:schemeClr val="accent3"/>
              </a:buClr>
              <a:buFont typeface="Arial"/>
              <a:buChar char="▪"/>
              <a:defRPr/>
            </a:pPr>
            <a:r>
              <a:rPr lang="en-US" altLang="zh-CN" sz="1800" b="1" dirty="0"/>
              <a:t>01: </a:t>
            </a:r>
            <a:r>
              <a:rPr lang="zh-CN" altLang="en-US" sz="1800" b="1" dirty="0"/>
              <a:t>智能法律文书辅助生成系统</a:t>
            </a:r>
            <a:endParaRPr lang="en-US" altLang="zh-CN" sz="1800" b="1" dirty="0"/>
          </a:p>
          <a:p>
            <a:pPr marL="731583" lvl="1" eaLnBrk="1" fontAlgn="auto" hangingPunct="1">
              <a:lnSpc>
                <a:spcPct val="90000"/>
              </a:lnSpc>
              <a:spcAft>
                <a:spcPts val="0"/>
              </a:spcAft>
              <a:buClr>
                <a:schemeClr val="accent3"/>
              </a:buClr>
              <a:buFont typeface="Arial"/>
              <a:buChar char="▪"/>
              <a:defRPr/>
            </a:pPr>
            <a:r>
              <a:rPr lang="en-US" altLang="zh-CN" sz="1800" b="1" dirty="0"/>
              <a:t>02: </a:t>
            </a:r>
            <a:r>
              <a:rPr lang="zh-CN" altLang="en-US" sz="1800" b="1" dirty="0"/>
              <a:t>虚拟家庭财务规划助手</a:t>
            </a:r>
            <a:endParaRPr lang="en-US" altLang="zh-CN" sz="1800" b="1" dirty="0"/>
          </a:p>
          <a:p>
            <a:pPr marL="731583" lvl="1" eaLnBrk="1" fontAlgn="auto" hangingPunct="1">
              <a:lnSpc>
                <a:spcPct val="90000"/>
              </a:lnSpc>
              <a:spcAft>
                <a:spcPts val="0"/>
              </a:spcAft>
              <a:buClr>
                <a:schemeClr val="accent3"/>
              </a:buClr>
              <a:buFont typeface="Arial"/>
              <a:buChar char="▪"/>
              <a:defRPr/>
            </a:pPr>
            <a:r>
              <a:rPr lang="en-US" altLang="zh-CN" sz="1800" b="1" dirty="0"/>
              <a:t>03: </a:t>
            </a:r>
            <a:r>
              <a:rPr lang="zh-CN" altLang="en-US" sz="1800" b="1" dirty="0"/>
              <a:t>智能医疗问诊记录分析平台</a:t>
            </a:r>
            <a:endParaRPr lang="en-US" altLang="zh-CN" sz="1800" b="1" dirty="0"/>
          </a:p>
          <a:p>
            <a:pPr marL="731583" lvl="1" eaLnBrk="1" fontAlgn="auto" hangingPunct="1">
              <a:lnSpc>
                <a:spcPct val="90000"/>
              </a:lnSpc>
              <a:spcAft>
                <a:spcPts val="0"/>
              </a:spcAft>
              <a:buClr>
                <a:schemeClr val="accent3"/>
              </a:buClr>
              <a:buFont typeface="Arial"/>
              <a:buChar char="▪"/>
              <a:defRPr/>
            </a:pPr>
            <a:r>
              <a:rPr lang="en-US" altLang="zh-CN" sz="1800" b="1" dirty="0"/>
              <a:t>04: </a:t>
            </a:r>
            <a:r>
              <a:rPr lang="zh-CN" altLang="en-US" sz="1800" b="1" dirty="0"/>
              <a:t>元宇宙虚拟学习空间</a:t>
            </a:r>
            <a:endParaRPr lang="en-US" altLang="zh-CN" sz="1800" b="1" dirty="0"/>
          </a:p>
          <a:p>
            <a:pPr marL="731583" lvl="1" eaLnBrk="1" fontAlgn="auto" hangingPunct="1">
              <a:lnSpc>
                <a:spcPct val="90000"/>
              </a:lnSpc>
              <a:spcAft>
                <a:spcPts val="0"/>
              </a:spcAft>
              <a:buClr>
                <a:schemeClr val="accent3"/>
              </a:buClr>
              <a:buFont typeface="Arial"/>
              <a:buChar char="▪"/>
              <a:defRPr/>
            </a:pPr>
            <a:r>
              <a:rPr lang="en-US" altLang="zh-CN" sz="1800" b="1" dirty="0"/>
              <a:t>05: </a:t>
            </a:r>
            <a:r>
              <a:rPr lang="zh-CN" altLang="en-US" sz="1800" b="1" dirty="0"/>
              <a:t>城市环保互动教育系统</a:t>
            </a:r>
            <a:endParaRPr lang="en-US" altLang="zh-CN" sz="1800" b="1" dirty="0"/>
          </a:p>
          <a:p>
            <a:pPr marL="731583" lvl="1" eaLnBrk="1" fontAlgn="auto" hangingPunct="1">
              <a:lnSpc>
                <a:spcPct val="90000"/>
              </a:lnSpc>
              <a:spcAft>
                <a:spcPts val="0"/>
              </a:spcAft>
              <a:buClr>
                <a:schemeClr val="accent3"/>
              </a:buClr>
              <a:buFont typeface="Arial"/>
              <a:buChar char="▪"/>
              <a:defRPr/>
            </a:pPr>
            <a:r>
              <a:rPr lang="en-US" altLang="zh-CN" sz="1800" b="1" dirty="0"/>
              <a:t>06: </a:t>
            </a:r>
            <a:r>
              <a:rPr lang="zh-CN" altLang="en-US" sz="1800" b="1" dirty="0"/>
              <a:t>个人数字记忆管理系统</a:t>
            </a:r>
            <a:endParaRPr lang="en-US" altLang="zh-CN" sz="1800" b="1" dirty="0"/>
          </a:p>
          <a:p>
            <a:pPr marL="731583" lvl="1" eaLnBrk="1" fontAlgn="auto" hangingPunct="1">
              <a:lnSpc>
                <a:spcPct val="90000"/>
              </a:lnSpc>
              <a:spcAft>
                <a:spcPts val="0"/>
              </a:spcAft>
              <a:buClr>
                <a:schemeClr val="accent3"/>
              </a:buClr>
              <a:buFont typeface="Arial"/>
              <a:buChar char="▪"/>
              <a:defRPr/>
            </a:pPr>
            <a:endParaRPr lang="en-US" altLang="zh-CN" sz="1800" b="1" dirty="0"/>
          </a:p>
          <a:p>
            <a:pPr marL="731520" lvl="1" indent="-274320" eaLnBrk="1" fontAlgn="auto" hangingPunct="1">
              <a:lnSpc>
                <a:spcPct val="90000"/>
              </a:lnSpc>
              <a:spcAft>
                <a:spcPts val="0"/>
              </a:spcAft>
              <a:buFont typeface="Wingdings"/>
              <a:buChar char=""/>
              <a:defRPr/>
            </a:pPr>
            <a:r>
              <a:rPr lang="zh-CN" altLang="en-US" sz="1800" b="1" dirty="0"/>
              <a:t>例如</a:t>
            </a:r>
            <a:r>
              <a:rPr lang="zh-CN" altLang="sv-SE" sz="1800" b="1" dirty="0"/>
              <a:t>：</a:t>
            </a:r>
            <a:r>
              <a:rPr lang="en-US" altLang="zh-CN" sz="1800" b="1" dirty="0"/>
              <a:t>	</a:t>
            </a:r>
            <a:r>
              <a:rPr lang="sv-SE" altLang="zh-CN" sz="1800" b="1" dirty="0">
                <a:latin typeface="Verdana" pitchFamily="34" charset="0"/>
              </a:rPr>
              <a:t>2026-SA-T01-S01.pdf</a:t>
            </a:r>
          </a:p>
          <a:p>
            <a:pPr marL="731520" lvl="1" indent="-274320" eaLnBrk="1" fontAlgn="auto" hangingPunct="1">
              <a:lnSpc>
                <a:spcPct val="90000"/>
              </a:lnSpc>
              <a:spcAft>
                <a:spcPts val="0"/>
              </a:spcAft>
              <a:buNone/>
              <a:defRPr/>
            </a:pPr>
            <a:r>
              <a:rPr lang="sv-SE" altLang="zh-CN" sz="1800" b="1" dirty="0">
                <a:latin typeface="Verdana" pitchFamily="34" charset="0"/>
              </a:rPr>
              <a:t>			2026-SA-T42-S06.pdf</a:t>
            </a:r>
          </a:p>
          <a:p>
            <a:pPr marL="731520" lvl="1" indent="-274320" eaLnBrk="1" fontAlgn="auto" hangingPunct="1">
              <a:lnSpc>
                <a:spcPct val="90000"/>
              </a:lnSpc>
              <a:spcAft>
                <a:spcPts val="0"/>
              </a:spcAft>
              <a:buNone/>
              <a:defRPr/>
            </a:pPr>
            <a:r>
              <a:rPr lang="sv-SE" altLang="zh-CN" sz="1800" b="1" dirty="0">
                <a:latin typeface="Verdana" pitchFamily="34" charset="0"/>
              </a:rPr>
              <a:t>   </a:t>
            </a:r>
            <a:r>
              <a:rPr lang="zh-CN" altLang="en-US" sz="1800" b="1" dirty="0">
                <a:latin typeface="Verdana" pitchFamily="34" charset="0"/>
              </a:rPr>
              <a:t>都</a:t>
            </a:r>
            <a:r>
              <a:rPr lang="zh-CN" altLang="sv-SE" sz="1800" b="1" dirty="0"/>
              <a:t>是符合要求的文件名</a:t>
            </a:r>
            <a:endParaRPr lang="en-US" altLang="zh-CN" sz="1800" b="1" dirty="0"/>
          </a:p>
          <a:p>
            <a:pPr marL="731520" lvl="1" indent="-274320" eaLnBrk="1" fontAlgn="auto" hangingPunct="1">
              <a:lnSpc>
                <a:spcPct val="90000"/>
              </a:lnSpc>
              <a:spcAft>
                <a:spcPts val="0"/>
              </a:spcAft>
              <a:buNone/>
              <a:defRPr/>
            </a:pPr>
            <a:endParaRPr lang="zh-CN" altLang="sv-SE" sz="1600" b="1" dirty="0"/>
          </a:p>
          <a:p>
            <a:pPr marL="438912" indent="-320040" eaLnBrk="1" fontAlgn="auto" hangingPunct="1">
              <a:spcBef>
                <a:spcPts val="0"/>
              </a:spcBef>
              <a:spcAft>
                <a:spcPts val="0"/>
              </a:spcAft>
              <a:buFont typeface="Wingdings 2"/>
              <a:buChar char=""/>
              <a:defRPr/>
            </a:pPr>
            <a:r>
              <a:rPr lang="en-US" altLang="zh-CN" sz="2000" b="1" dirty="0"/>
              <a:t>3. </a:t>
            </a:r>
            <a:r>
              <a:rPr lang="zh-CN" altLang="en-US" sz="2000" b="1" dirty="0"/>
              <a:t>电子版在</a:t>
            </a:r>
            <a:r>
              <a:rPr lang="en-US" altLang="zh-CN" sz="2000" b="1" dirty="0">
                <a:latin typeface="Verdana" pitchFamily="34" charset="0"/>
                <a:ea typeface="Verdana" pitchFamily="34" charset="0"/>
                <a:cs typeface="Verdana" pitchFamily="34" charset="0"/>
              </a:rPr>
              <a:t>2026-05-10</a:t>
            </a:r>
            <a:r>
              <a:rPr lang="zh-CN" altLang="en-US" sz="2000" b="1" dirty="0">
                <a:latin typeface="+mn-ea"/>
                <a:cs typeface="Verdana" pitchFamily="34" charset="0"/>
              </a:rPr>
              <a:t>上午</a:t>
            </a:r>
            <a:r>
              <a:rPr lang="en-US" altLang="zh-CN" sz="2000" b="1" dirty="0">
                <a:cs typeface="Verdana" pitchFamily="34" charset="0"/>
              </a:rPr>
              <a:t>9</a:t>
            </a:r>
            <a:r>
              <a:rPr lang="zh-CN" altLang="en-US" sz="2000" b="1" dirty="0">
                <a:latin typeface="+mn-ea"/>
                <a:cs typeface="Verdana" pitchFamily="34" charset="0"/>
              </a:rPr>
              <a:t>点</a:t>
            </a:r>
            <a:r>
              <a:rPr lang="zh-CN" altLang="en-US" sz="2000" b="1" dirty="0"/>
              <a:t>前都可提交，请</a:t>
            </a:r>
            <a:r>
              <a:rPr lang="zh-CN" altLang="en-US" sz="2000" b="1" dirty="0">
                <a:hlinkClick r:id="rId2"/>
              </a:rPr>
              <a:t>通过电子邮件</a:t>
            </a:r>
            <a:r>
              <a:rPr lang="zh-CN" altLang="en-US" sz="2000" b="1" dirty="0"/>
              <a:t>发至： </a:t>
            </a:r>
            <a:r>
              <a:rPr lang="en-US" altLang="zh-CN" sz="2000" b="1" dirty="0">
                <a:hlinkClick r:id="rId3"/>
              </a:rPr>
              <a:t>lidl@jlu.edu.cn</a:t>
            </a:r>
            <a:endParaRPr lang="en-US" altLang="zh-CN" sz="2000" b="1" dirty="0"/>
          </a:p>
          <a:p>
            <a:pPr marL="996125" lvl="2" indent="-320040" eaLnBrk="1" fontAlgn="auto" hangingPunct="1">
              <a:spcBef>
                <a:spcPts val="0"/>
              </a:spcBef>
              <a:spcAft>
                <a:spcPts val="0"/>
              </a:spcAft>
              <a:buFont typeface="Wingdings 2"/>
              <a:buChar char=""/>
              <a:defRPr/>
            </a:pPr>
            <a:endParaRPr lang="en-US" altLang="zh-CN" sz="1200" b="1" dirty="0"/>
          </a:p>
          <a:p>
            <a:pPr marL="438912" indent="-320040" eaLnBrk="1" fontAlgn="auto" hangingPunct="1">
              <a:lnSpc>
                <a:spcPct val="90000"/>
              </a:lnSpc>
              <a:spcBef>
                <a:spcPts val="0"/>
              </a:spcBef>
              <a:spcAft>
                <a:spcPts val="0"/>
              </a:spcAft>
              <a:buFont typeface="Wingdings 2"/>
              <a:buChar char=""/>
              <a:defRPr/>
            </a:pPr>
            <a:endParaRPr lang="en-US" altLang="zh-CN" sz="2000" b="1" dirty="0"/>
          </a:p>
        </p:txBody>
      </p:sp>
      <p:sp>
        <p:nvSpPr>
          <p:cNvPr id="7" name="Rectangle 2"/>
          <p:cNvSpPr txBox="1">
            <a:spLocks noRot="1" noChangeArrowheads="1"/>
          </p:cNvSpPr>
          <p:nvPr/>
        </p:nvSpPr>
        <p:spPr bwMode="auto">
          <a:xfrm>
            <a:off x="1981200" y="142875"/>
            <a:ext cx="8229600" cy="1143000"/>
          </a:xfrm>
          <a:prstGeom prst="rect">
            <a:avLst/>
          </a:prstGeom>
          <a:noFill/>
          <a:ln w="9525">
            <a:noFill/>
            <a:miter lim="800000"/>
            <a:headEnd/>
            <a:tailEnd/>
          </a:ln>
          <a:effectLst/>
        </p:spPr>
        <p:txBody>
          <a:bodyPr anchor="ctr"/>
          <a:lstStyle/>
          <a:p>
            <a:pPr algn="ctr" fontAlgn="base">
              <a:spcBef>
                <a:spcPct val="0"/>
              </a:spcBef>
              <a:spcAft>
                <a:spcPct val="0"/>
              </a:spcAft>
              <a:defRPr/>
            </a:pPr>
            <a:r>
              <a:rPr lang="en-US" altLang="zh-CN" sz="4000" b="1" kern="0" dirty="0">
                <a:solidFill>
                  <a:srgbClr val="FFFF00"/>
                </a:solidFill>
                <a:effectLst>
                  <a:outerShdw blurRad="38100" dist="38100" dir="2700000" algn="tl">
                    <a:srgbClr val="000000"/>
                  </a:outerShdw>
                </a:effectLst>
                <a:latin typeface="Corbel"/>
                <a:ea typeface="华文楷体" panose="02010600040101010101" pitchFamily="2" charset="-122"/>
              </a:rPr>
              <a:t>2026-SA-</a:t>
            </a:r>
            <a:r>
              <a:rPr lang="zh-CN" altLang="en-US" sz="4000" b="1" kern="0" dirty="0">
                <a:solidFill>
                  <a:srgbClr val="FFFF00"/>
                </a:solidFill>
                <a:effectLst>
                  <a:outerShdw blurRad="38100" dist="38100" dir="2700000" algn="tl">
                    <a:srgbClr val="000000"/>
                  </a:outerShdw>
                </a:effectLst>
                <a:latin typeface="Corbel"/>
                <a:ea typeface="华文楷体" panose="02010600040101010101" pitchFamily="2" charset="-122"/>
              </a:rPr>
              <a:t>大作业提交要求（</a:t>
            </a:r>
            <a:r>
              <a:rPr lang="en-US" altLang="zh-CN" sz="4000" b="1" kern="0" dirty="0">
                <a:solidFill>
                  <a:srgbClr val="FFFF00"/>
                </a:solidFill>
                <a:effectLst>
                  <a:outerShdw blurRad="38100" dist="38100" dir="2700000" algn="tl">
                    <a:srgbClr val="000000"/>
                  </a:outerShdw>
                </a:effectLst>
                <a:latin typeface="Corbel"/>
                <a:ea typeface="华文楷体" panose="02010600040101010101" pitchFamily="2" charset="-122"/>
              </a:rPr>
              <a:t>2/3</a:t>
            </a:r>
            <a:r>
              <a:rPr lang="zh-CN" altLang="en-US" sz="4000" b="1" kern="0" dirty="0">
                <a:solidFill>
                  <a:srgbClr val="FFFF00"/>
                </a:solidFill>
                <a:effectLst>
                  <a:outerShdw blurRad="38100" dist="38100" dir="2700000" algn="tl">
                    <a:srgbClr val="000000"/>
                  </a:outerShdw>
                </a:effectLst>
                <a:latin typeface="Corbel"/>
                <a:ea typeface="华文楷体" panose="02010600040101010101" pitchFamily="2" charset="-12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1981200" y="142860"/>
            <a:ext cx="8229600" cy="1143001"/>
          </a:xfrm>
        </p:spPr>
        <p:txBody>
          <a:bodyPr/>
          <a:lstStyle/>
          <a:p>
            <a:pPr algn="ctr" eaLnBrk="1" fontAlgn="auto" hangingPunct="1">
              <a:spcAft>
                <a:spcPts val="0"/>
              </a:spcAft>
              <a:defRPr/>
            </a:pPr>
            <a:r>
              <a:rPr lang="en-US" altLang="zh-CN" sz="4000" dirty="0">
                <a:solidFill>
                  <a:srgbClr val="FFFF00"/>
                </a:solidFill>
                <a:effectLst>
                  <a:outerShdw blurRad="38100" dist="38100" dir="2700000" algn="tl">
                    <a:srgbClr val="000000">
                      <a:alpha val="43137"/>
                    </a:srgbClr>
                  </a:outerShdw>
                </a:effectLst>
              </a:rPr>
              <a:t>2026-SA-</a:t>
            </a:r>
            <a:r>
              <a:rPr lang="zh-CN" altLang="en-US" sz="4000" dirty="0">
                <a:solidFill>
                  <a:srgbClr val="FFFF00"/>
                </a:solidFill>
                <a:effectLst>
                  <a:outerShdw blurRad="38100" dist="38100" dir="2700000" algn="tl">
                    <a:srgbClr val="000000">
                      <a:alpha val="43137"/>
                    </a:srgbClr>
                  </a:outerShdw>
                </a:effectLst>
              </a:rPr>
              <a:t>大作业提交要求（</a:t>
            </a:r>
            <a:r>
              <a:rPr lang="en-US" altLang="zh-CN" sz="4000" dirty="0">
                <a:solidFill>
                  <a:srgbClr val="FFFF00"/>
                </a:solidFill>
                <a:effectLst>
                  <a:outerShdw blurRad="38100" dist="38100" dir="2700000" algn="tl">
                    <a:srgbClr val="000000">
                      <a:alpha val="43137"/>
                    </a:srgbClr>
                  </a:outerShdw>
                </a:effectLst>
              </a:rPr>
              <a:t>3/3</a:t>
            </a:r>
            <a:r>
              <a:rPr lang="zh-CN" altLang="en-US" sz="4000" dirty="0">
                <a:solidFill>
                  <a:srgbClr val="FFFF00"/>
                </a:solidFill>
                <a:effectLst>
                  <a:outerShdw blurRad="38100" dist="38100" dir="2700000" algn="tl">
                    <a:srgbClr val="000000">
                      <a:alpha val="43137"/>
                    </a:srgbClr>
                  </a:outerShdw>
                </a:effectLst>
              </a:rPr>
              <a:t>） </a:t>
            </a:r>
          </a:p>
        </p:txBody>
      </p:sp>
      <p:sp>
        <p:nvSpPr>
          <p:cNvPr id="7171" name="Rectangle 3"/>
          <p:cNvSpPr>
            <a:spLocks noGrp="1" noChangeArrowheads="1"/>
          </p:cNvSpPr>
          <p:nvPr>
            <p:ph idx="1"/>
          </p:nvPr>
        </p:nvSpPr>
        <p:spPr>
          <a:xfrm>
            <a:off x="1078301" y="1600200"/>
            <a:ext cx="5792761" cy="5329238"/>
          </a:xfrm>
        </p:spPr>
        <p:txBody>
          <a:bodyPr rtlCol="0">
            <a:normAutofit/>
          </a:bodyPr>
          <a:lstStyle/>
          <a:p>
            <a:pPr marL="438912" indent="-320040" eaLnBrk="1" fontAlgn="auto" hangingPunct="1">
              <a:lnSpc>
                <a:spcPct val="90000"/>
              </a:lnSpc>
              <a:spcBef>
                <a:spcPts val="0"/>
              </a:spcBef>
              <a:spcAft>
                <a:spcPts val="0"/>
              </a:spcAft>
              <a:buFont typeface="Wingdings 2"/>
              <a:buChar char=""/>
              <a:defRPr/>
            </a:pPr>
            <a:r>
              <a:rPr lang="en-US" altLang="zh-CN" sz="2000" b="1" dirty="0"/>
              <a:t>4.</a:t>
            </a:r>
            <a:r>
              <a:rPr lang="zh-CN" altLang="en-US" sz="2000" b="1" dirty="0"/>
              <a:t> </a:t>
            </a:r>
            <a:r>
              <a:rPr lang="en-US" altLang="zh-CN" sz="2000" b="1" dirty="0"/>
              <a:t>《2026-SA-</a:t>
            </a:r>
            <a:r>
              <a:rPr lang="zh-CN" altLang="en-US" sz="2000" b="1" dirty="0"/>
              <a:t>大作业封面模板</a:t>
            </a:r>
            <a:r>
              <a:rPr lang="en-US" altLang="zh-CN" sz="2000" b="1" dirty="0"/>
              <a:t>.docx》</a:t>
            </a:r>
            <a:r>
              <a:rPr lang="zh-CN" altLang="en-US" sz="2000" b="1" dirty="0"/>
              <a:t>已发至</a:t>
            </a:r>
            <a:r>
              <a:rPr lang="en-US" altLang="zh-CN" sz="2000" b="1" dirty="0"/>
              <a:t>QQ</a:t>
            </a:r>
            <a:r>
              <a:rPr lang="zh-CN" altLang="en-US" sz="2000" b="1" dirty="0"/>
              <a:t>群文档，截图如右侧图所示。</a:t>
            </a:r>
            <a:endParaRPr lang="en-US" altLang="zh-CN" sz="20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其中，</a:t>
            </a:r>
            <a:r>
              <a:rPr lang="en-US" altLang="zh-CN" sz="1600" b="1" dirty="0"/>
              <a:t>Team No.</a:t>
            </a:r>
            <a:r>
              <a:rPr lang="zh-CN" altLang="en-US" sz="1600" b="1" dirty="0"/>
              <a:t>参见</a:t>
            </a:r>
            <a:r>
              <a:rPr lang="en-US" altLang="zh-CN" sz="1600" b="1" dirty="0"/>
              <a:t>《 2026-SA-</a:t>
            </a:r>
            <a:r>
              <a:rPr lang="zh-CN" altLang="en-US" sz="1600" b="1" dirty="0"/>
              <a:t>学生分组信息表</a:t>
            </a:r>
            <a:r>
              <a:rPr lang="en-US" altLang="zh-CN" sz="1600" b="1" dirty="0"/>
              <a:t>》</a:t>
            </a:r>
            <a:r>
              <a:rPr lang="zh-CN" altLang="en-US" sz="1600" b="1" dirty="0"/>
              <a:t>中“组号”一栏。</a:t>
            </a:r>
            <a:endParaRPr lang="en-US" altLang="zh-CN" sz="16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个人贡献百分比必填，</a:t>
            </a:r>
            <a:r>
              <a:rPr lang="zh-CN" altLang="en-US" sz="1600" b="1" dirty="0">
                <a:solidFill>
                  <a:srgbClr val="FF0000"/>
                </a:solidFill>
              </a:rPr>
              <a:t>如执意不填，则默认全组都相同</a:t>
            </a:r>
            <a:r>
              <a:rPr lang="zh-CN" altLang="en-US" sz="1600" b="1" dirty="0"/>
              <a:t>。</a:t>
            </a:r>
            <a:endParaRPr lang="en-US" altLang="zh-CN" sz="16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手写电子签名必填，代表个人同意贡献百分比，</a:t>
            </a:r>
            <a:r>
              <a:rPr lang="zh-CN" altLang="en-US" sz="1600" b="1" dirty="0">
                <a:solidFill>
                  <a:srgbClr val="FF0000"/>
                </a:solidFill>
              </a:rPr>
              <a:t>如不填写，小组大作业不予接收，小组大作业分数不予记录</a:t>
            </a:r>
            <a:r>
              <a:rPr lang="zh-CN" altLang="en-US" sz="1600" b="1" dirty="0"/>
              <a:t>。</a:t>
            </a:r>
            <a:endParaRPr lang="en-US" altLang="zh-CN" sz="1600" b="1" dirty="0"/>
          </a:p>
          <a:p>
            <a:pPr marL="731012" lvl="1" indent="-320040" eaLnBrk="1" fontAlgn="auto" hangingPunct="1">
              <a:lnSpc>
                <a:spcPct val="90000"/>
              </a:lnSpc>
              <a:spcBef>
                <a:spcPts val="0"/>
              </a:spcBef>
              <a:spcAft>
                <a:spcPts val="0"/>
              </a:spcAft>
              <a:buFont typeface="Wingdings 2"/>
              <a:buChar char=""/>
              <a:defRPr/>
            </a:pPr>
            <a:endParaRPr lang="en-US" altLang="zh-CN" sz="1200" b="1" dirty="0">
              <a:latin typeface="Verdana" pitchFamily="34" charset="0"/>
              <a:ea typeface="Verdana" pitchFamily="34" charset="0"/>
              <a:cs typeface="Verdana" pitchFamily="34" charset="0"/>
            </a:endParaRPr>
          </a:p>
          <a:p>
            <a:pPr marL="438912" indent="-320040" eaLnBrk="1" fontAlgn="auto" hangingPunct="1">
              <a:lnSpc>
                <a:spcPct val="90000"/>
              </a:lnSpc>
              <a:spcBef>
                <a:spcPts val="0"/>
              </a:spcBef>
              <a:spcAft>
                <a:spcPts val="0"/>
              </a:spcAft>
              <a:buFont typeface="Wingdings 2"/>
              <a:buChar char=""/>
              <a:defRPr/>
            </a:pPr>
            <a:r>
              <a:rPr lang="en-US" altLang="zh-CN" sz="2000" b="1" dirty="0"/>
              <a:t>5.</a:t>
            </a:r>
            <a:r>
              <a:rPr lang="zh-CN" altLang="en-US" sz="2000" b="1" dirty="0"/>
              <a:t>本次作业对抄袭现象设置了惩罚：</a:t>
            </a:r>
            <a:endParaRPr lang="en-US" altLang="zh-CN" sz="2000" b="1" dirty="0"/>
          </a:p>
          <a:p>
            <a:pPr marL="1216787" lvl="3" indent="-320040" eaLnBrk="1" fontAlgn="auto" hangingPunct="1">
              <a:lnSpc>
                <a:spcPct val="90000"/>
              </a:lnSpc>
              <a:spcBef>
                <a:spcPts val="0"/>
              </a:spcBef>
              <a:spcAft>
                <a:spcPts val="0"/>
              </a:spcAft>
              <a:buFont typeface="Wingdings 2"/>
              <a:buChar char=""/>
              <a:defRPr/>
            </a:pPr>
            <a:endParaRPr lang="zh-CN" altLang="en-US" sz="8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如果发现</a:t>
            </a:r>
            <a:r>
              <a:rPr lang="en-US" altLang="zh-CN" sz="1600" b="1" dirty="0"/>
              <a:t>A</a:t>
            </a:r>
            <a:r>
              <a:rPr lang="zh-CN" altLang="en-US" sz="1600" b="1" dirty="0"/>
              <a:t>组与</a:t>
            </a:r>
            <a:r>
              <a:rPr lang="en-US" altLang="zh-CN" sz="1600" b="1" dirty="0"/>
              <a:t>B</a:t>
            </a:r>
            <a:r>
              <a:rPr lang="zh-CN" altLang="en-US" sz="1600" b="1" dirty="0"/>
              <a:t>组的大作业有雷同部分，</a:t>
            </a:r>
            <a:r>
              <a:rPr lang="zh-CN" altLang="en-US" sz="1600" b="1" dirty="0">
                <a:solidFill>
                  <a:srgbClr val="FF0000"/>
                </a:solidFill>
              </a:rPr>
              <a:t>这两组的大作业最终得分都会减半</a:t>
            </a:r>
            <a:r>
              <a:rPr lang="zh-CN" altLang="en-US" sz="1600" b="1" dirty="0"/>
              <a:t>。</a:t>
            </a:r>
            <a:endParaRPr lang="en-US" altLang="zh-CN" sz="1600" b="1" dirty="0"/>
          </a:p>
          <a:p>
            <a:pPr marL="1216787" lvl="3" indent="-320040" eaLnBrk="1" fontAlgn="auto" hangingPunct="1">
              <a:lnSpc>
                <a:spcPct val="90000"/>
              </a:lnSpc>
              <a:spcBef>
                <a:spcPts val="0"/>
              </a:spcBef>
              <a:spcAft>
                <a:spcPts val="0"/>
              </a:spcAft>
              <a:buFont typeface="Wingdings 2"/>
              <a:buChar char=""/>
              <a:defRPr/>
            </a:pPr>
            <a:endParaRPr lang="en-US" altLang="zh-CN" sz="8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希望同学们可以广泛收集阅读资料，但要经过自己理解吸收，再用自己的图文技能表达出来。</a:t>
            </a:r>
            <a:endParaRPr lang="en-US" altLang="zh-CN" sz="1600" b="1" dirty="0"/>
          </a:p>
          <a:p>
            <a:pPr marL="1216787" lvl="3" indent="-320040" eaLnBrk="1" fontAlgn="auto" hangingPunct="1">
              <a:lnSpc>
                <a:spcPct val="90000"/>
              </a:lnSpc>
              <a:spcBef>
                <a:spcPts val="0"/>
              </a:spcBef>
              <a:spcAft>
                <a:spcPts val="0"/>
              </a:spcAft>
              <a:buFont typeface="Wingdings 2"/>
              <a:buChar char=""/>
              <a:defRPr/>
            </a:pPr>
            <a:endParaRPr lang="en-US" altLang="zh-CN" sz="800" b="1" dirty="0"/>
          </a:p>
          <a:p>
            <a:pPr marL="731012" lvl="1" indent="-320040" eaLnBrk="1" fontAlgn="auto" hangingPunct="1">
              <a:lnSpc>
                <a:spcPct val="90000"/>
              </a:lnSpc>
              <a:spcBef>
                <a:spcPts val="0"/>
              </a:spcBef>
              <a:spcAft>
                <a:spcPts val="0"/>
              </a:spcAft>
              <a:buFont typeface="Wingdings 2"/>
              <a:buChar char=""/>
              <a:defRPr/>
            </a:pPr>
            <a:r>
              <a:rPr lang="zh-CN" altLang="en-US" sz="1600" b="1" dirty="0"/>
              <a:t>也希望各组同学从一开始就琢磨一下如何保护本组文档不被雷同的办法，并</a:t>
            </a:r>
            <a:r>
              <a:rPr lang="zh-CN" altLang="en-US" sz="1600" b="1" dirty="0">
                <a:solidFill>
                  <a:srgbClr val="FF0000"/>
                </a:solidFill>
              </a:rPr>
              <a:t>在本组全体组员间达成共识</a:t>
            </a:r>
            <a:r>
              <a:rPr lang="zh-CN" altLang="en-US" sz="1600" b="1" dirty="0"/>
              <a:t>。</a:t>
            </a:r>
          </a:p>
          <a:p>
            <a:pPr marL="438912" indent="-320040" eaLnBrk="1" fontAlgn="auto" hangingPunct="1">
              <a:lnSpc>
                <a:spcPct val="90000"/>
              </a:lnSpc>
              <a:spcBef>
                <a:spcPts val="0"/>
              </a:spcBef>
              <a:spcAft>
                <a:spcPts val="0"/>
              </a:spcAft>
              <a:buFont typeface="Wingdings 2"/>
              <a:buChar char=""/>
              <a:defRPr/>
            </a:pPr>
            <a:endParaRPr lang="en-US" altLang="zh-CN" sz="1600" b="1" dirty="0">
              <a:latin typeface="Verdana" pitchFamily="34" charset="0"/>
              <a:ea typeface="Verdana" pitchFamily="34" charset="0"/>
              <a:cs typeface="Verdana" pitchFamily="34" charset="0"/>
            </a:endParaRPr>
          </a:p>
        </p:txBody>
      </p:sp>
      <p:pic>
        <p:nvPicPr>
          <p:cNvPr id="3" name="图片 2">
            <a:extLst>
              <a:ext uri="{FF2B5EF4-FFF2-40B4-BE49-F238E27FC236}">
                <a16:creationId xmlns:a16="http://schemas.microsoft.com/office/drawing/2014/main" id="{B95FBF6A-9536-9EC5-8CED-C24D06583081}"/>
              </a:ext>
            </a:extLst>
          </p:cNvPr>
          <p:cNvPicPr>
            <a:picLocks noChangeAspect="1"/>
          </p:cNvPicPr>
          <p:nvPr/>
        </p:nvPicPr>
        <p:blipFill>
          <a:blip r:embed="rId2"/>
          <a:stretch>
            <a:fillRect/>
          </a:stretch>
        </p:blipFill>
        <p:spPr>
          <a:xfrm>
            <a:off x="7705675" y="1600200"/>
            <a:ext cx="3622057" cy="507983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94200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块">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模块">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模块">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Override1.xml><?xml version="1.0" encoding="utf-8"?>
<a:themeOverride xmlns:a="http://schemas.openxmlformats.org/drawingml/2006/main">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otalTime>641</TotalTime>
  <Words>1304</Words>
  <Application>Microsoft Office PowerPoint</Application>
  <PresentationFormat>宽屏</PresentationFormat>
  <Paragraphs>135</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楷体</vt:lpstr>
      <vt:lpstr>Arial</vt:lpstr>
      <vt:lpstr>Corbel</vt:lpstr>
      <vt:lpstr>Verdana</vt:lpstr>
      <vt:lpstr>Wingdings</vt:lpstr>
      <vt:lpstr>Wingdings 2</vt:lpstr>
      <vt:lpstr>Wingdings 3</vt:lpstr>
      <vt:lpstr>模块</vt:lpstr>
      <vt:lpstr>2026-SA-大作业题目（1） </vt:lpstr>
      <vt:lpstr>2026-SA-大作业题目（2） </vt:lpstr>
      <vt:lpstr>2026-SA-大作业题目（3） </vt:lpstr>
      <vt:lpstr>2026-SA-大作业题目（4） </vt:lpstr>
      <vt:lpstr>2026-SA-大作业题目（5） </vt:lpstr>
      <vt:lpstr>2026-SA-大作业题目（6） </vt:lpstr>
      <vt:lpstr>2026-SA-大作业说明与要求（1/2） </vt:lpstr>
      <vt:lpstr>2026-SA-大作业说明与要求（2/2） </vt:lpstr>
      <vt:lpstr>2026-SA-大作业提交要求（1/3） </vt:lpstr>
      <vt:lpstr>PowerPoint 演示文稿</vt:lpstr>
      <vt:lpstr>2026-SA-大作业提交要求（3/3）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2021-SA-大作业提交要求 </dc:title>
  <dc:creator>Li Dali</dc:creator>
  <cp:lastModifiedBy>Dali Li</cp:lastModifiedBy>
  <cp:revision>73</cp:revision>
  <dcterms:created xsi:type="dcterms:W3CDTF">2021-08-24T01:31:17Z</dcterms:created>
  <dcterms:modified xsi:type="dcterms:W3CDTF">2026-04-06T02:00:58Z</dcterms:modified>
</cp:coreProperties>
</file>