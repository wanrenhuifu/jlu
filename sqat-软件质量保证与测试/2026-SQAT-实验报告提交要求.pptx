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93" r:id="rId3"/>
    <p:sldId id="296" r:id="rId4"/>
    <p:sldId id="297" r:id="rId5"/>
    <p:sldId id="29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8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CE60D-8D20-4C2B-AF78-521355AC9FB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F6FB9-3662-4E67-B445-E1930A37CE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2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3FF-E16B-4745-B6E7-B5E681D58D81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CDE1-08DD-4C37-B34D-60B94640E85B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BC33-6D78-4036-8430-35C987BB5581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DC0E-1142-4C72-BB25-97D913370ACF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D1FBC-88CD-45BF-84B0-59113E32F0AB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AD877-7EB4-4970-8B86-2474E45F7CD6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C3BF-4E23-4C17-9741-548DE90D568E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8CA-A53E-4A1C-A188-CB20371135A4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156F-4311-489C-BEBA-FACD4B031B88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7596-4BFD-479D-BDF8-12E90EF452BA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69E6-C0D5-4701-A617-5376F93C8A75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2C41-2EE2-4A97-93BE-F3696D073236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B921-5FEB-4E47-BBB9-FF51A8B22223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BB04A-8412-4DB3-B511-1115DEDE7D29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E6FC-6D3B-49E5-A2EA-FD18C59E7A10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53D0-AF34-4047-A7D4-18F425F68903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C53E4-0B32-4BEA-AE6D-BAB2A63147D8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A78F291-28C7-4652-8AE9-EC3252EF4CE1}" type="datetime1">
              <a:rPr lang="en-US" altLang="zh-CN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32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CE050-7F85-4FD3-B083-3A7E8DE5EA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软件质量保证与测试</a:t>
            </a:r>
            <a:br>
              <a:rPr lang="en-US" altLang="zh-CN" dirty="0"/>
            </a:br>
            <a:r>
              <a:rPr lang="zh-CN" altLang="en-US" sz="6000" dirty="0"/>
              <a:t>案例作业报告提交要求</a:t>
            </a:r>
            <a:endParaRPr lang="zh-CN" altLang="en-US" sz="6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EC1312-C006-4B93-81C4-910FC34A12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None/>
              <a:tabLst/>
              <a:defRPr/>
            </a:pPr>
            <a:endParaRPr kumimoji="0" lang="en-US" altLang="zh-CN" sz="3600" b="0" i="0" u="none" strike="noStrike" kern="1200" cap="all" spc="0" normalizeH="0" baseline="0" noProof="0" dirty="0">
              <a:ln>
                <a:noFill/>
              </a:ln>
              <a:solidFill>
                <a:srgbClr val="1E5155">
                  <a:lumMod val="40000"/>
                  <a:lumOff val="60000"/>
                </a:srgbClr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j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zh-CN" altLang="en-US" sz="3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j-cs"/>
              </a:rPr>
              <a:t>吉林大学软件学院  李大利</a:t>
            </a:r>
            <a:r>
              <a:rPr kumimoji="0" lang="en-US" altLang="zh-CN" sz="3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j-cs"/>
              </a:rPr>
              <a:t>	2026</a:t>
            </a:r>
            <a:endParaRPr kumimoji="0" lang="zh-CN" altLang="en-US" sz="3600" b="0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15AFB-DCBC-4A33-9511-F0612855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51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42433-BF83-4A00-88B9-EB848593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137572" cy="1400530"/>
          </a:xfrm>
        </p:spPr>
        <p:txBody>
          <a:bodyPr/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案例作业报告提交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截止时间</a:t>
            </a:r>
            <a:b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6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日（星期二）中午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12:00</a:t>
            </a: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提交方式</a:t>
            </a: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0.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检查准备提交的案例作业报告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内容完整</a:t>
            </a: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1.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把自己准备提交的案例报告打包为一个</a:t>
            </a:r>
            <a:r>
              <a:rPr lang="en-US" altLang="zh-CN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.zip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文件</a:t>
            </a: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2.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文件名设为“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学号姓名</a:t>
            </a:r>
            <a:r>
              <a:rPr lang="en-US" altLang="zh-CN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.zip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（如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55230101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张三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.zip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3.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把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.zip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文件提交到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学习通作业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2026-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报告提交”</a:t>
            </a: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CN" alt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C44839-39B0-470A-A7B3-A101B295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66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42433-BF83-4A00-88B9-EB848593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137572" cy="1400530"/>
          </a:xfrm>
        </p:spPr>
        <p:txBody>
          <a:bodyPr/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案例作业报告提交范围</a:t>
            </a:r>
            <a:b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包括下图中标黄的所有案例作业题目</a:t>
            </a: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允许根据个人情况选择只提交其中一部分</a:t>
            </a:r>
            <a:endParaRPr lang="zh-CN" alt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C44839-39B0-470A-A7B3-A101B295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CA2B2C-77B3-64C3-0601-A17870C1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09" y="2209952"/>
            <a:ext cx="11952381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4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42433-BF83-4A00-88B9-EB848593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137572" cy="1400530"/>
          </a:xfrm>
        </p:spPr>
        <p:txBody>
          <a:bodyPr/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案例作业报告提交注意事项</a:t>
            </a:r>
            <a:b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1.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注意按期提交，逾期未交者考核成绩按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分处理。</a:t>
            </a: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2.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严禁抄袭，如发现雷同，相应所有案例作业报告分数按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分处理。</a:t>
            </a: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3.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提交的案例作业报告应认真完成，如发现乱填乱写的情况，相应报告分数会从折半处理直至按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分处理。</a:t>
            </a: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4.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提交前要确认报告版本正确，不要拿空白模板直接提交，否则按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分处理。</a:t>
            </a:r>
            <a:b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CN" alt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C44839-39B0-470A-A7B3-A101B295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65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42433-BF83-4A00-88B9-EB848593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成绩评定方案</a:t>
            </a:r>
            <a:b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CN" alt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C44839-39B0-470A-A7B3-A101B295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62F513-0834-06BF-D1AE-A2C12E34C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10" y="1565056"/>
            <a:ext cx="10431379" cy="45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76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5279</TotalTime>
  <Words>270</Words>
  <Application>Microsoft Office PowerPoint</Application>
  <PresentationFormat>宽屏</PresentationFormat>
  <Paragraphs>12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Century Gothic</vt:lpstr>
      <vt:lpstr>Wingdings 3</vt:lpstr>
      <vt:lpstr>离子</vt:lpstr>
      <vt:lpstr>软件质量保证与测试 案例作业报告提交要求</vt:lpstr>
      <vt:lpstr>案例作业报告提交截止时间   6月30日（星期二）中午12:00  提交方式   0.检查准备提交的案例作业报告内容完整  1.把自己准备提交的案例报告打包为一个.zip文件  2.文件名设为“学号姓名.zip”（如55230101张三.zip）  3.把.zip文件提交到学习通作业“2026-报告提交”  </vt:lpstr>
      <vt:lpstr>案例作业报告提交范围   包括下图中标黄的所有案例作业题目        允许根据个人情况选择只提交其中一部分</vt:lpstr>
      <vt:lpstr>案例作业报告提交注意事项   1.注意按期提交，逾期未交者考核成绩按0分处理。   2.严禁抄袭，如发现雷同，相应所有案例作业报告分数按0分处理。   3.提交的案例作业报告应认真完成，如发现乱填乱写的情况，相应报告分数会从折半处理直至按0分处理。   4.提交前要确认报告版本正确，不要拿空白模板直接提交，否则按0分处理。  </vt:lpstr>
      <vt:lpstr>成绩评定方案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软件工程概述</dc:title>
  <dc:creator>Li Dali</dc:creator>
  <cp:lastModifiedBy>Dali Li</cp:lastModifiedBy>
  <cp:revision>122</cp:revision>
  <dcterms:created xsi:type="dcterms:W3CDTF">2022-03-30T13:01:16Z</dcterms:created>
  <dcterms:modified xsi:type="dcterms:W3CDTF">2026-06-05T04:23:57Z</dcterms:modified>
</cp:coreProperties>
</file>